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2"/>
  </p:notesMasterIdLst>
  <p:sldIdLst>
    <p:sldId id="431" r:id="rId5"/>
    <p:sldId id="421" r:id="rId6"/>
    <p:sldId id="372" r:id="rId7"/>
    <p:sldId id="432" r:id="rId8"/>
    <p:sldId id="495" r:id="rId9"/>
    <p:sldId id="492" r:id="rId10"/>
    <p:sldId id="493" r:id="rId11"/>
    <p:sldId id="433" r:id="rId12"/>
    <p:sldId id="434" r:id="rId13"/>
    <p:sldId id="440" r:id="rId14"/>
    <p:sldId id="435" r:id="rId15"/>
    <p:sldId id="436" r:id="rId16"/>
    <p:sldId id="437" r:id="rId17"/>
    <p:sldId id="438" r:id="rId18"/>
    <p:sldId id="496" r:id="rId19"/>
    <p:sldId id="265" r:id="rId20"/>
    <p:sldId id="277" r:id="rId21"/>
  </p:sldIdLst>
  <p:sldSz cx="9144000" cy="5143500" type="screen16x9"/>
  <p:notesSz cx="6858000" cy="9144000"/>
  <p:defaultTextStyle>
    <a:defPPr marL="0" marR="0" indent="0" algn="l" defTabSz="3429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85725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17145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257175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34290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428625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51435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600075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685800" algn="ctr" defTabSz="308074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75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5A"/>
    <a:srgbClr val="92A3AD"/>
    <a:srgbClr val="232628"/>
    <a:srgbClr val="161717"/>
    <a:srgbClr val="191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E5378-34C6-486D-A74A-6A1A281D4C5C}" v="349" dt="2022-05-25T10:23:26.620"/>
    <p1510:client id="{0B406B27-D859-4DA8-A96F-8D1EDD386807}" v="15" dt="2022-10-25T00:13:54.114"/>
    <p1510:client id="{150F69AE-C348-4432-A765-04C08DDFAADA}" v="46" dt="2022-05-25T23:28:27.818"/>
    <p1510:client id="{1ED3AEC9-F262-A328-752C-49050CDB8188}" v="70" dt="2022-10-20T14:37:39.317"/>
    <p1510:client id="{2944235E-60E8-4ECA-B614-95797FE16B3D}" v="619" dt="2022-10-21T00:44:01.027"/>
    <p1510:client id="{32BB88F1-FD99-4679-7D69-A6CB28C0F314}" v="301" dt="2022-10-18T20:05:04.624"/>
    <p1510:client id="{376DBD33-99B9-4F9C-92BF-DE1AADF1F74D}" v="19" dt="2022-05-25T13:21:13.132"/>
    <p1510:client id="{55A6C609-27FB-46AD-9226-632587E70F92}" v="49" dt="2022-05-25T23:27:10.001"/>
    <p1510:client id="{6C4A2D5C-1CAA-4CD4-B0EA-BCA8159105BC}" v="284" dt="2022-10-25T22:57:53.365"/>
    <p1510:client id="{74BC66EB-A1EA-46E6-A086-7AA962618B2D}" v="356" dt="2022-10-28T12:38:15.466"/>
    <p1510:client id="{80397127-2C70-4EDA-A5B8-54919A49C42A}" v="18" dt="2022-10-27T13:29:33.758"/>
    <p1510:client id="{81BFFD98-3948-4330-8CD2-E750118F995E}" v="26" dt="2022-10-17T20:20:40.568"/>
    <p1510:client id="{F00F2623-0695-BAE9-8166-63D35AC53942}" v="37" dt="2022-10-19T01:06:53.52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3"/>
  </p:normalViewPr>
  <p:slideViewPr>
    <p:cSldViewPr snapToGrid="0">
      <p:cViewPr varScale="1">
        <p:scale>
          <a:sx n="137" d="100"/>
          <a:sy n="137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o Aparecido Ferraz" userId="S::pf0111@fiap.com.br::8801143f-955a-4f1d-b788-cf5f016ccad8" providerId="AD" clId="Web-{2944235E-60E8-4ECA-B614-95797FE16B3D}"/>
    <pc:docChg chg="modSld">
      <pc:chgData name="Sandro Aparecido Ferraz" userId="S::pf0111@fiap.com.br::8801143f-955a-4f1d-b788-cf5f016ccad8" providerId="AD" clId="Web-{2944235E-60E8-4ECA-B614-95797FE16B3D}" dt="2022-10-21T00:44:01.027" v="329" actId="20577"/>
      <pc:docMkLst>
        <pc:docMk/>
      </pc:docMkLst>
      <pc:sldChg chg="addSp modSp">
        <pc:chgData name="Sandro Aparecido Ferraz" userId="S::pf0111@fiap.com.br::8801143f-955a-4f1d-b788-cf5f016ccad8" providerId="AD" clId="Web-{2944235E-60E8-4ECA-B614-95797FE16B3D}" dt="2022-10-21T00:38:00.175" v="55" actId="20577"/>
        <pc:sldMkLst>
          <pc:docMk/>
          <pc:sldMk cId="1295314910" sldId="432"/>
        </pc:sldMkLst>
        <pc:spChg chg="add mod">
          <ac:chgData name="Sandro Aparecido Ferraz" userId="S::pf0111@fiap.com.br::8801143f-955a-4f1d-b788-cf5f016ccad8" providerId="AD" clId="Web-{2944235E-60E8-4ECA-B614-95797FE16B3D}" dt="2022-10-21T00:38:00.175" v="55" actId="20577"/>
          <ac:spMkLst>
            <pc:docMk/>
            <pc:sldMk cId="1295314910" sldId="432"/>
            <ac:spMk id="2" creationId="{C36ED16F-5DA8-58F6-8BE5-71464A0CF133}"/>
          </ac:spMkLst>
        </pc:spChg>
        <pc:spChg chg="mod">
          <ac:chgData name="Sandro Aparecido Ferraz" userId="S::pf0111@fiap.com.br::8801143f-955a-4f1d-b788-cf5f016ccad8" providerId="AD" clId="Web-{2944235E-60E8-4ECA-B614-95797FE16B3D}" dt="2022-10-21T00:36:30.985" v="35" actId="1076"/>
          <ac:spMkLst>
            <pc:docMk/>
            <pc:sldMk cId="1295314910" sldId="432"/>
            <ac:spMk id="6" creationId="{35D49E33-FA1C-4313-943B-9AF246E7C36D}"/>
          </ac:spMkLst>
        </pc:spChg>
        <pc:spChg chg="mod">
          <ac:chgData name="Sandro Aparecido Ferraz" userId="S::pf0111@fiap.com.br::8801143f-955a-4f1d-b788-cf5f016ccad8" providerId="AD" clId="Web-{2944235E-60E8-4ECA-B614-95797FE16B3D}" dt="2022-10-21T00:36:27.501" v="34" actId="1076"/>
          <ac:spMkLst>
            <pc:docMk/>
            <pc:sldMk cId="1295314910" sldId="432"/>
            <ac:spMk id="12" creationId="{AB1B4956-5609-14E1-D465-F67D5F197662}"/>
          </ac:spMkLst>
        </pc:spChg>
      </pc:sldChg>
      <pc:sldChg chg="modSp">
        <pc:chgData name="Sandro Aparecido Ferraz" userId="S::pf0111@fiap.com.br::8801143f-955a-4f1d-b788-cf5f016ccad8" providerId="AD" clId="Web-{2944235E-60E8-4ECA-B614-95797FE16B3D}" dt="2022-10-21T00:44:01.027" v="329" actId="20577"/>
        <pc:sldMkLst>
          <pc:docMk/>
          <pc:sldMk cId="4048229631" sldId="438"/>
        </pc:sldMkLst>
        <pc:spChg chg="mod">
          <ac:chgData name="Sandro Aparecido Ferraz" userId="S::pf0111@fiap.com.br::8801143f-955a-4f1d-b788-cf5f016ccad8" providerId="AD" clId="Web-{2944235E-60E8-4ECA-B614-95797FE16B3D}" dt="2022-10-21T00:44:01.027" v="329" actId="20577"/>
          <ac:spMkLst>
            <pc:docMk/>
            <pc:sldMk cId="4048229631" sldId="438"/>
            <ac:spMk id="6" creationId="{4FA012FF-F392-153A-3470-C7FBC44E1213}"/>
          </ac:spMkLst>
        </pc:spChg>
      </pc:sldChg>
      <pc:sldChg chg="modSp">
        <pc:chgData name="Sandro Aparecido Ferraz" userId="S::pf0111@fiap.com.br::8801143f-955a-4f1d-b788-cf5f016ccad8" providerId="AD" clId="Web-{2944235E-60E8-4ECA-B614-95797FE16B3D}" dt="2022-10-21T00:43:15.245" v="294" actId="20577"/>
        <pc:sldMkLst>
          <pc:docMk/>
          <pc:sldMk cId="3922550795" sldId="496"/>
        </pc:sldMkLst>
        <pc:spChg chg="mod">
          <ac:chgData name="Sandro Aparecido Ferraz" userId="S::pf0111@fiap.com.br::8801143f-955a-4f1d-b788-cf5f016ccad8" providerId="AD" clId="Web-{2944235E-60E8-4ECA-B614-95797FE16B3D}" dt="2022-10-21T00:43:15.245" v="294" actId="20577"/>
          <ac:spMkLst>
            <pc:docMk/>
            <pc:sldMk cId="3922550795" sldId="496"/>
            <ac:spMk id="6" creationId="{4FA012FF-F392-153A-3470-C7FBC44E1213}"/>
          </ac:spMkLst>
        </pc:spChg>
      </pc:sldChg>
    </pc:docChg>
  </pc:docChgLst>
  <pc:docChgLst>
    <pc:chgData name="Cristiano Natal Toneis" userId="S::pf0910@fiap.com.br::6cd6e3e8-63ab-42e9-a26f-63e08ae85c15" providerId="AD" clId="Web-{2A5E17EB-E6E9-4AB3-B87B-D9FBC1081D0C}"/>
    <pc:docChg chg="modSld">
      <pc:chgData name="Cristiano Natal Toneis" userId="S::pf0910@fiap.com.br::6cd6e3e8-63ab-42e9-a26f-63e08ae85c15" providerId="AD" clId="Web-{2A5E17EB-E6E9-4AB3-B87B-D9FBC1081D0C}" dt="2022-05-24T12:58:25.930" v="58" actId="20577"/>
      <pc:docMkLst>
        <pc:docMk/>
      </pc:docMkLst>
      <pc:sldChg chg="modSp">
        <pc:chgData name="Cristiano Natal Toneis" userId="S::pf0910@fiap.com.br::6cd6e3e8-63ab-42e9-a26f-63e08ae85c15" providerId="AD" clId="Web-{2A5E17EB-E6E9-4AB3-B87B-D9FBC1081D0C}" dt="2022-05-24T12:58:25.930" v="58" actId="20577"/>
        <pc:sldMkLst>
          <pc:docMk/>
          <pc:sldMk cId="2383517101" sldId="437"/>
        </pc:sldMkLst>
        <pc:spChg chg="mod">
          <ac:chgData name="Cristiano Natal Toneis" userId="S::pf0910@fiap.com.br::6cd6e3e8-63ab-42e9-a26f-63e08ae85c15" providerId="AD" clId="Web-{2A5E17EB-E6E9-4AB3-B87B-D9FBC1081D0C}" dt="2022-05-24T12:58:25.930" v="58" actId="20577"/>
          <ac:spMkLst>
            <pc:docMk/>
            <pc:sldMk cId="2383517101" sldId="437"/>
            <ac:spMk id="6" creationId="{F7433CED-FC6C-8E2B-D5A9-B59C6A677022}"/>
          </ac:spMkLst>
        </pc:spChg>
      </pc:sldChg>
    </pc:docChg>
  </pc:docChgLst>
  <pc:docChgLst>
    <pc:chgData name="Nivaldo Zafalon Junior" userId="S::pf0085@fiap.com.br::c7a93533-d5bc-4d71-ac75-1439dc6b6ce6" providerId="AD" clId="Web-{E376FA8B-EB23-4440-B825-1A2723996513}"/>
    <pc:docChg chg="modSld">
      <pc:chgData name="Nivaldo Zafalon Junior" userId="S::pf0085@fiap.com.br::c7a93533-d5bc-4d71-ac75-1439dc6b6ce6" providerId="AD" clId="Web-{E376FA8B-EB23-4440-B825-1A2723996513}" dt="2022-05-24T09:11:43.881" v="6" actId="20577"/>
      <pc:docMkLst>
        <pc:docMk/>
      </pc:docMkLst>
      <pc:sldChg chg="modSp">
        <pc:chgData name="Nivaldo Zafalon Junior" userId="S::pf0085@fiap.com.br::c7a93533-d5bc-4d71-ac75-1439dc6b6ce6" providerId="AD" clId="Web-{E376FA8B-EB23-4440-B825-1A2723996513}" dt="2022-05-24T09:11:43.881" v="6" actId="20577"/>
        <pc:sldMkLst>
          <pc:docMk/>
          <pc:sldMk cId="1403848372" sldId="436"/>
        </pc:sldMkLst>
        <pc:spChg chg="mod">
          <ac:chgData name="Nivaldo Zafalon Junior" userId="S::pf0085@fiap.com.br::c7a93533-d5bc-4d71-ac75-1439dc6b6ce6" providerId="AD" clId="Web-{E376FA8B-EB23-4440-B825-1A2723996513}" dt="2022-05-24T09:11:43.881" v="6" actId="20577"/>
          <ac:spMkLst>
            <pc:docMk/>
            <pc:sldMk cId="1403848372" sldId="436"/>
            <ac:spMk id="6" creationId="{5A981A95-1ED9-2A90-1C48-9F0CCAD2007E}"/>
          </ac:spMkLst>
        </pc:spChg>
      </pc:sldChg>
    </pc:docChg>
  </pc:docChgLst>
  <pc:docChgLst>
    <pc:chgData name="Michele Bazana de Souza" userId="S::pf1486@fiap.com.br::76cc777c-04f2-48e7-88ee-16eac7e98ce7" providerId="AD" clId="Web-{0B406B27-D859-4DA8-A96F-8D1EDD386807}"/>
    <pc:docChg chg="modSld">
      <pc:chgData name="Michele Bazana de Souza" userId="S::pf1486@fiap.com.br::76cc777c-04f2-48e7-88ee-16eac7e98ce7" providerId="AD" clId="Web-{0B406B27-D859-4DA8-A96F-8D1EDD386807}" dt="2022-10-25T00:13:53.770" v="6" actId="20577"/>
      <pc:docMkLst>
        <pc:docMk/>
      </pc:docMkLst>
      <pc:sldChg chg="modSp">
        <pc:chgData name="Michele Bazana de Souza" userId="S::pf1486@fiap.com.br::76cc777c-04f2-48e7-88ee-16eac7e98ce7" providerId="AD" clId="Web-{0B406B27-D859-4DA8-A96F-8D1EDD386807}" dt="2022-10-25T00:13:53.770" v="6" actId="20577"/>
        <pc:sldMkLst>
          <pc:docMk/>
          <pc:sldMk cId="1596786950" sldId="434"/>
        </pc:sldMkLst>
        <pc:spChg chg="mod">
          <ac:chgData name="Michele Bazana de Souza" userId="S::pf1486@fiap.com.br::76cc777c-04f2-48e7-88ee-16eac7e98ce7" providerId="AD" clId="Web-{0B406B27-D859-4DA8-A96F-8D1EDD386807}" dt="2022-10-25T00:13:53.770" v="6" actId="20577"/>
          <ac:spMkLst>
            <pc:docMk/>
            <pc:sldMk cId="1596786950" sldId="434"/>
            <ac:spMk id="2" creationId="{8324E624-9912-4041-A9D0-33D6F6427837}"/>
          </ac:spMkLst>
        </pc:spChg>
      </pc:sldChg>
    </pc:docChg>
  </pc:docChgLst>
  <pc:docChgLst>
    <pc:chgData name="Christiam Segundo Morales Alvarado" userId="S::pf1159@fiap.com.br::d37802fd-61ec-41c7-8816-d3548b977ff1" providerId="AD" clId="Web-{32BB88F1-FD99-4679-7D69-A6CB28C0F314}"/>
    <pc:docChg chg="modSld">
      <pc:chgData name="Christiam Segundo Morales Alvarado" userId="S::pf1159@fiap.com.br::d37802fd-61ec-41c7-8816-d3548b977ff1" providerId="AD" clId="Web-{32BB88F1-FD99-4679-7D69-A6CB28C0F314}" dt="2022-10-18T20:05:04.624" v="139" actId="20577"/>
      <pc:docMkLst>
        <pc:docMk/>
      </pc:docMkLst>
      <pc:sldChg chg="modSp">
        <pc:chgData name="Christiam Segundo Morales Alvarado" userId="S::pf1159@fiap.com.br::d37802fd-61ec-41c7-8816-d3548b977ff1" providerId="AD" clId="Web-{32BB88F1-FD99-4679-7D69-A6CB28C0F314}" dt="2022-10-18T20:05:04.624" v="139" actId="20577"/>
        <pc:sldMkLst>
          <pc:docMk/>
          <pc:sldMk cId="2383517101" sldId="437"/>
        </pc:sldMkLst>
        <pc:spChg chg="mod">
          <ac:chgData name="Christiam Segundo Morales Alvarado" userId="S::pf1159@fiap.com.br::d37802fd-61ec-41c7-8816-d3548b977ff1" providerId="AD" clId="Web-{32BB88F1-FD99-4679-7D69-A6CB28C0F314}" dt="2022-10-18T20:05:04.624" v="139" actId="20577"/>
          <ac:spMkLst>
            <pc:docMk/>
            <pc:sldMk cId="2383517101" sldId="437"/>
            <ac:spMk id="6" creationId="{F7433CED-FC6C-8E2B-D5A9-B59C6A677022}"/>
          </ac:spMkLst>
        </pc:spChg>
      </pc:sldChg>
    </pc:docChg>
  </pc:docChgLst>
  <pc:docChgLst>
    <pc:chgData name="Michele Bazana de Souza" userId="S::pf1486@fiap.com.br::76cc777c-04f2-48e7-88ee-16eac7e98ce7" providerId="AD" clId="Web-{B90F11A9-52ED-4183-8AD2-94A28F4D69BD}"/>
    <pc:docChg chg="modSld">
      <pc:chgData name="Michele Bazana de Souza" userId="S::pf1486@fiap.com.br::76cc777c-04f2-48e7-88ee-16eac7e98ce7" providerId="AD" clId="Web-{B90F11A9-52ED-4183-8AD2-94A28F4D69BD}" dt="2022-05-24T14:27:06.543" v="1" actId="20577"/>
      <pc:docMkLst>
        <pc:docMk/>
      </pc:docMkLst>
      <pc:sldChg chg="modSp">
        <pc:chgData name="Michele Bazana de Souza" userId="S::pf1486@fiap.com.br::76cc777c-04f2-48e7-88ee-16eac7e98ce7" providerId="AD" clId="Web-{B90F11A9-52ED-4183-8AD2-94A28F4D69BD}" dt="2022-05-24T14:27:06.543" v="1" actId="20577"/>
        <pc:sldMkLst>
          <pc:docMk/>
          <pc:sldMk cId="1295314910" sldId="432"/>
        </pc:sldMkLst>
        <pc:spChg chg="mod">
          <ac:chgData name="Michele Bazana de Souza" userId="S::pf1486@fiap.com.br::76cc777c-04f2-48e7-88ee-16eac7e98ce7" providerId="AD" clId="Web-{B90F11A9-52ED-4183-8AD2-94A28F4D69BD}" dt="2022-05-24T14:27:06.543" v="1" actId="20577"/>
          <ac:spMkLst>
            <pc:docMk/>
            <pc:sldMk cId="1295314910" sldId="432"/>
            <ac:spMk id="6" creationId="{35D49E33-FA1C-4313-943B-9AF246E7C36D}"/>
          </ac:spMkLst>
        </pc:spChg>
      </pc:sldChg>
    </pc:docChg>
  </pc:docChgLst>
  <pc:docChgLst>
    <pc:chgData name="Sandro Aparecido Ferraz" userId="S::pf0111@fiap.com.br::8801143f-955a-4f1d-b788-cf5f016ccad8" providerId="AD" clId="Web-{376DBD33-99B9-4F9C-92BF-DE1AADF1F74D}"/>
    <pc:docChg chg="modSld">
      <pc:chgData name="Sandro Aparecido Ferraz" userId="S::pf0111@fiap.com.br::8801143f-955a-4f1d-b788-cf5f016ccad8" providerId="AD" clId="Web-{376DBD33-99B9-4F9C-92BF-DE1AADF1F74D}" dt="2022-05-25T13:21:09.991" v="8" actId="20577"/>
      <pc:docMkLst>
        <pc:docMk/>
      </pc:docMkLst>
      <pc:sldChg chg="modSp">
        <pc:chgData name="Sandro Aparecido Ferraz" userId="S::pf0111@fiap.com.br::8801143f-955a-4f1d-b788-cf5f016ccad8" providerId="AD" clId="Web-{376DBD33-99B9-4F9C-92BF-DE1AADF1F74D}" dt="2022-05-25T13:21:09.991" v="8" actId="20577"/>
        <pc:sldMkLst>
          <pc:docMk/>
          <pc:sldMk cId="4048229631" sldId="438"/>
        </pc:sldMkLst>
        <pc:spChg chg="mod">
          <ac:chgData name="Sandro Aparecido Ferraz" userId="S::pf0111@fiap.com.br::8801143f-955a-4f1d-b788-cf5f016ccad8" providerId="AD" clId="Web-{376DBD33-99B9-4F9C-92BF-DE1AADF1F74D}" dt="2022-05-25T13:21:09.991" v="8" actId="20577"/>
          <ac:spMkLst>
            <pc:docMk/>
            <pc:sldMk cId="4048229631" sldId="438"/>
            <ac:spMk id="5" creationId="{2F89F5EF-56DA-4D9D-97AA-51E4D5E3816D}"/>
          </ac:spMkLst>
        </pc:spChg>
      </pc:sldChg>
    </pc:docChg>
  </pc:docChgLst>
  <pc:docChgLst>
    <pc:chgData name="Cristiano Natal Toneis" userId="S::pf0910@fiap.com.br::6cd6e3e8-63ab-42e9-a26f-63e08ae85c15" providerId="AD" clId="Web-{D6AC977D-E6BA-4555-A93A-25C677949A34}"/>
    <pc:docChg chg="modSld">
      <pc:chgData name="Cristiano Natal Toneis" userId="S::pf0910@fiap.com.br::6cd6e3e8-63ab-42e9-a26f-63e08ae85c15" providerId="AD" clId="Web-{D6AC977D-E6BA-4555-A93A-25C677949A34}" dt="2022-05-24T14:28:17.245" v="33" actId="20577"/>
      <pc:docMkLst>
        <pc:docMk/>
      </pc:docMkLst>
      <pc:sldChg chg="modSp">
        <pc:chgData name="Cristiano Natal Toneis" userId="S::pf0910@fiap.com.br::6cd6e3e8-63ab-42e9-a26f-63e08ae85c15" providerId="AD" clId="Web-{D6AC977D-E6BA-4555-A93A-25C677949A34}" dt="2022-05-24T14:28:17.245" v="33" actId="20577"/>
        <pc:sldMkLst>
          <pc:docMk/>
          <pc:sldMk cId="2383517101" sldId="437"/>
        </pc:sldMkLst>
        <pc:spChg chg="mod">
          <ac:chgData name="Cristiano Natal Toneis" userId="S::pf0910@fiap.com.br::6cd6e3e8-63ab-42e9-a26f-63e08ae85c15" providerId="AD" clId="Web-{D6AC977D-E6BA-4555-A93A-25C677949A34}" dt="2022-05-24T14:28:17.245" v="33" actId="20577"/>
          <ac:spMkLst>
            <pc:docMk/>
            <pc:sldMk cId="2383517101" sldId="437"/>
            <ac:spMk id="6" creationId="{F7433CED-FC6C-8E2B-D5A9-B59C6A677022}"/>
          </ac:spMkLst>
        </pc:spChg>
      </pc:sldChg>
    </pc:docChg>
  </pc:docChgLst>
  <pc:docChgLst>
    <pc:chgData name="Ismael de Araujo Silva" userId="S::pf0048@fiap.com.br::21ed56e3-bbb2-4972-a88b-b9a28ab98f4e" providerId="AD" clId="Web-{150F69AE-C348-4432-A765-04C08DDFAADA}"/>
    <pc:docChg chg="modSld">
      <pc:chgData name="Ismael de Araujo Silva" userId="S::pf0048@fiap.com.br::21ed56e3-bbb2-4972-a88b-b9a28ab98f4e" providerId="AD" clId="Web-{150F69AE-C348-4432-A765-04C08DDFAADA}" dt="2022-05-25T23:28:25.521" v="22" actId="20577"/>
      <pc:docMkLst>
        <pc:docMk/>
      </pc:docMkLst>
      <pc:sldChg chg="modSp">
        <pc:chgData name="Ismael de Araujo Silva" userId="S::pf0048@fiap.com.br::21ed56e3-bbb2-4972-a88b-b9a28ab98f4e" providerId="AD" clId="Web-{150F69AE-C348-4432-A765-04C08DDFAADA}" dt="2022-05-25T23:28:25.521" v="22" actId="20577"/>
        <pc:sldMkLst>
          <pc:docMk/>
          <pc:sldMk cId="2347222539" sldId="440"/>
        </pc:sldMkLst>
        <pc:spChg chg="mod">
          <ac:chgData name="Ismael de Araujo Silva" userId="S::pf0048@fiap.com.br::21ed56e3-bbb2-4972-a88b-b9a28ab98f4e" providerId="AD" clId="Web-{150F69AE-C348-4432-A765-04C08DDFAADA}" dt="2022-05-25T23:28:25.521" v="22" actId="20577"/>
          <ac:spMkLst>
            <pc:docMk/>
            <pc:sldMk cId="2347222539" sldId="440"/>
            <ac:spMk id="5" creationId="{2CC84101-2E48-4786-A730-8D00418059A2}"/>
          </ac:spMkLst>
        </pc:spChg>
      </pc:sldChg>
    </pc:docChg>
  </pc:docChgLst>
  <pc:docChgLst>
    <pc:chgData name="Christiam Segundo Morales Alvarado" userId="S::pf1159@fiap.com.br::d37802fd-61ec-41c7-8816-d3548b977ff1" providerId="AD" clId="Web-{F00F2623-0695-BAE9-8166-63D35AC53942}"/>
    <pc:docChg chg="modSld">
      <pc:chgData name="Christiam Segundo Morales Alvarado" userId="S::pf1159@fiap.com.br::d37802fd-61ec-41c7-8816-d3548b977ff1" providerId="AD" clId="Web-{F00F2623-0695-BAE9-8166-63D35AC53942}" dt="2022-10-19T01:06:53.520" v="19" actId="20577"/>
      <pc:docMkLst>
        <pc:docMk/>
      </pc:docMkLst>
      <pc:sldChg chg="modSp">
        <pc:chgData name="Christiam Segundo Morales Alvarado" userId="S::pf1159@fiap.com.br::d37802fd-61ec-41c7-8816-d3548b977ff1" providerId="AD" clId="Web-{F00F2623-0695-BAE9-8166-63D35AC53942}" dt="2022-10-19T01:06:53.520" v="19" actId="20577"/>
        <pc:sldMkLst>
          <pc:docMk/>
          <pc:sldMk cId="2383517101" sldId="437"/>
        </pc:sldMkLst>
        <pc:spChg chg="mod">
          <ac:chgData name="Christiam Segundo Morales Alvarado" userId="S::pf1159@fiap.com.br::d37802fd-61ec-41c7-8816-d3548b977ff1" providerId="AD" clId="Web-{F00F2623-0695-BAE9-8166-63D35AC53942}" dt="2022-10-19T01:06:53.520" v="19" actId="20577"/>
          <ac:spMkLst>
            <pc:docMk/>
            <pc:sldMk cId="2383517101" sldId="437"/>
            <ac:spMk id="6" creationId="{F7433CED-FC6C-8E2B-D5A9-B59C6A677022}"/>
          </ac:spMkLst>
        </pc:spChg>
      </pc:sldChg>
    </pc:docChg>
  </pc:docChgLst>
  <pc:docChgLst>
    <pc:chgData name="Michele Bazana de Souza" userId="S::pf1486@fiap.com.br::76cc777c-04f2-48e7-88ee-16eac7e98ce7" providerId="AD" clId="Web-{81BFFD98-3948-4330-8CD2-E750118F995E}"/>
    <pc:docChg chg="modSld">
      <pc:chgData name="Michele Bazana de Souza" userId="S::pf1486@fiap.com.br::76cc777c-04f2-48e7-88ee-16eac7e98ce7" providerId="AD" clId="Web-{81BFFD98-3948-4330-8CD2-E750118F995E}" dt="2022-10-17T20:20:40.568" v="19"/>
      <pc:docMkLst>
        <pc:docMk/>
      </pc:docMkLst>
      <pc:sldChg chg="modSp">
        <pc:chgData name="Michele Bazana de Souza" userId="S::pf1486@fiap.com.br::76cc777c-04f2-48e7-88ee-16eac7e98ce7" providerId="AD" clId="Web-{81BFFD98-3948-4330-8CD2-E750118F995E}" dt="2022-10-17T20:20:40.568" v="19"/>
        <pc:sldMkLst>
          <pc:docMk/>
          <pc:sldMk cId="1295314910" sldId="432"/>
        </pc:sldMkLst>
        <pc:spChg chg="mod">
          <ac:chgData name="Michele Bazana de Souza" userId="S::pf1486@fiap.com.br::76cc777c-04f2-48e7-88ee-16eac7e98ce7" providerId="AD" clId="Web-{81BFFD98-3948-4330-8CD2-E750118F995E}" dt="2022-10-17T20:20:40.568" v="19"/>
          <ac:spMkLst>
            <pc:docMk/>
            <pc:sldMk cId="1295314910" sldId="432"/>
            <ac:spMk id="6" creationId="{35D49E33-FA1C-4313-943B-9AF246E7C36D}"/>
          </ac:spMkLst>
        </pc:spChg>
      </pc:sldChg>
    </pc:docChg>
  </pc:docChgLst>
  <pc:docChgLst>
    <pc:chgData name="Michele Souza" userId="76cc777c-04f2-48e7-88ee-16eac7e98ce7" providerId="ADAL" clId="{4BD88B64-A427-ED49-8482-19FBE2C6D610}"/>
    <pc:docChg chg="modSld">
      <pc:chgData name="Michele Souza" userId="76cc777c-04f2-48e7-88ee-16eac7e98ce7" providerId="ADAL" clId="{4BD88B64-A427-ED49-8482-19FBE2C6D610}" dt="2022-05-26T02:52:45.532" v="23" actId="20577"/>
      <pc:docMkLst>
        <pc:docMk/>
      </pc:docMkLst>
      <pc:sldChg chg="modSp">
        <pc:chgData name="Michele Souza" userId="76cc777c-04f2-48e7-88ee-16eac7e98ce7" providerId="ADAL" clId="{4BD88B64-A427-ED49-8482-19FBE2C6D610}" dt="2022-05-26T02:52:45.532" v="23" actId="20577"/>
        <pc:sldMkLst>
          <pc:docMk/>
          <pc:sldMk cId="786438493" sldId="435"/>
        </pc:sldMkLst>
        <pc:spChg chg="mod">
          <ac:chgData name="Michele Souza" userId="76cc777c-04f2-48e7-88ee-16eac7e98ce7" providerId="ADAL" clId="{4BD88B64-A427-ED49-8482-19FBE2C6D610}" dt="2022-05-26T02:52:45.532" v="23" actId="20577"/>
          <ac:spMkLst>
            <pc:docMk/>
            <pc:sldMk cId="786438493" sldId="435"/>
            <ac:spMk id="5" creationId="{C6EA0EC1-6376-4C6D-B525-13F9D273A9F3}"/>
          </ac:spMkLst>
        </pc:spChg>
      </pc:sldChg>
    </pc:docChg>
  </pc:docChgLst>
  <pc:docChgLst>
    <pc:chgData name="Ismael de Araujo Silva" userId="S::pf0048@fiap.com.br::21ed56e3-bbb2-4972-a88b-b9a28ab98f4e" providerId="AD" clId="Web-{74BC66EB-A1EA-46E6-A086-7AA962618B2D}"/>
    <pc:docChg chg="modSld">
      <pc:chgData name="Ismael de Araujo Silva" userId="S::pf0048@fiap.com.br::21ed56e3-bbb2-4972-a88b-b9a28ab98f4e" providerId="AD" clId="Web-{74BC66EB-A1EA-46E6-A086-7AA962618B2D}" dt="2022-10-28T12:38:13.997" v="178" actId="20577"/>
      <pc:docMkLst>
        <pc:docMk/>
      </pc:docMkLst>
      <pc:sldChg chg="modSp">
        <pc:chgData name="Ismael de Araujo Silva" userId="S::pf0048@fiap.com.br::21ed56e3-bbb2-4972-a88b-b9a28ab98f4e" providerId="AD" clId="Web-{74BC66EB-A1EA-46E6-A086-7AA962618B2D}" dt="2022-10-28T12:38:13.997" v="178" actId="20577"/>
        <pc:sldMkLst>
          <pc:docMk/>
          <pc:sldMk cId="2347222539" sldId="440"/>
        </pc:sldMkLst>
        <pc:spChg chg="mod">
          <ac:chgData name="Ismael de Araujo Silva" userId="S::pf0048@fiap.com.br::21ed56e3-bbb2-4972-a88b-b9a28ab98f4e" providerId="AD" clId="Web-{74BC66EB-A1EA-46E6-A086-7AA962618B2D}" dt="2022-10-28T12:38:13.997" v="178" actId="20577"/>
          <ac:spMkLst>
            <pc:docMk/>
            <pc:sldMk cId="2347222539" sldId="440"/>
            <ac:spMk id="5" creationId="{2CC84101-2E48-4786-A730-8D00418059A2}"/>
          </ac:spMkLst>
        </pc:spChg>
      </pc:sldChg>
    </pc:docChg>
  </pc:docChgLst>
  <pc:docChgLst>
    <pc:chgData name="John Paul Lima" userId="675506a4-a3f3-45d9-96de-a189ef08f667" providerId="ADAL" clId="{C7BEE019-827C-45E1-A7BA-1B4098C10EA8}"/>
    <pc:docChg chg="undo custSel addSld delSld modSld addMainMaster delMainMaster modMainMaster">
      <pc:chgData name="John Paul Lima" userId="675506a4-a3f3-45d9-96de-a189ef08f667" providerId="ADAL" clId="{C7BEE019-827C-45E1-A7BA-1B4098C10EA8}" dt="2022-05-23T17:38:24.902" v="202" actId="478"/>
      <pc:docMkLst>
        <pc:docMk/>
      </pc:docMkLst>
      <pc:sldChg chg="del">
        <pc:chgData name="John Paul Lima" userId="675506a4-a3f3-45d9-96de-a189ef08f667" providerId="ADAL" clId="{C7BEE019-827C-45E1-A7BA-1B4098C10EA8}" dt="2022-05-23T17:14:14.009" v="0" actId="47"/>
        <pc:sldMkLst>
          <pc:docMk/>
          <pc:sldMk cId="4210586859" sldId="258"/>
        </pc:sldMkLst>
      </pc:sldChg>
      <pc:sldChg chg="modSp mod">
        <pc:chgData name="John Paul Lima" userId="675506a4-a3f3-45d9-96de-a189ef08f667" providerId="ADAL" clId="{C7BEE019-827C-45E1-A7BA-1B4098C10EA8}" dt="2022-05-23T17:37:19.615" v="187" actId="122"/>
        <pc:sldMkLst>
          <pc:docMk/>
          <pc:sldMk cId="621911335" sldId="372"/>
        </pc:sldMkLst>
        <pc:spChg chg="mod">
          <ac:chgData name="John Paul Lima" userId="675506a4-a3f3-45d9-96de-a189ef08f667" providerId="ADAL" clId="{C7BEE019-827C-45E1-A7BA-1B4098C10EA8}" dt="2022-05-23T17:37:19.615" v="187" actId="122"/>
          <ac:spMkLst>
            <pc:docMk/>
            <pc:sldMk cId="621911335" sldId="372"/>
            <ac:spMk id="38" creationId="{6296014A-AD16-164F-904A-7314971EC271}"/>
          </ac:spMkLst>
        </pc:spChg>
      </pc:sldChg>
      <pc:sldChg chg="del">
        <pc:chgData name="John Paul Lima" userId="675506a4-a3f3-45d9-96de-a189ef08f667" providerId="ADAL" clId="{C7BEE019-827C-45E1-A7BA-1B4098C10EA8}" dt="2022-05-23T17:14:14.650" v="1" actId="47"/>
        <pc:sldMkLst>
          <pc:docMk/>
          <pc:sldMk cId="943295534" sldId="417"/>
        </pc:sldMkLst>
      </pc:sldChg>
      <pc:sldChg chg="del">
        <pc:chgData name="John Paul Lima" userId="675506a4-a3f3-45d9-96de-a189ef08f667" providerId="ADAL" clId="{C7BEE019-827C-45E1-A7BA-1B4098C10EA8}" dt="2022-05-23T17:14:15.207" v="2" actId="47"/>
        <pc:sldMkLst>
          <pc:docMk/>
          <pc:sldMk cId="2078532257" sldId="418"/>
        </pc:sldMkLst>
      </pc:sldChg>
      <pc:sldChg chg="del">
        <pc:chgData name="John Paul Lima" userId="675506a4-a3f3-45d9-96de-a189ef08f667" providerId="ADAL" clId="{C7BEE019-827C-45E1-A7BA-1B4098C10EA8}" dt="2022-05-23T17:14:15.915" v="3" actId="47"/>
        <pc:sldMkLst>
          <pc:docMk/>
          <pc:sldMk cId="1026713286" sldId="419"/>
        </pc:sldMkLst>
      </pc:sldChg>
      <pc:sldChg chg="addSp delSp modSp mod modClrScheme chgLayout">
        <pc:chgData name="John Paul Lima" userId="675506a4-a3f3-45d9-96de-a189ef08f667" providerId="ADAL" clId="{C7BEE019-827C-45E1-A7BA-1B4098C10EA8}" dt="2022-05-23T17:38:24.902" v="202" actId="478"/>
        <pc:sldMkLst>
          <pc:docMk/>
          <pc:sldMk cId="1132007078" sldId="431"/>
        </pc:sldMkLst>
        <pc:spChg chg="add del mod ord">
          <ac:chgData name="John Paul Lima" userId="675506a4-a3f3-45d9-96de-a189ef08f667" providerId="ADAL" clId="{C7BEE019-827C-45E1-A7BA-1B4098C10EA8}" dt="2022-05-23T17:38:24.902" v="202" actId="478"/>
          <ac:spMkLst>
            <pc:docMk/>
            <pc:sldMk cId="1132007078" sldId="431"/>
            <ac:spMk id="2" creationId="{C5AA4F0B-83E1-45D5-807D-1D9596D659F4}"/>
          </ac:spMkLst>
        </pc:spChg>
        <pc:picChg chg="mod">
          <ac:chgData name="John Paul Lima" userId="675506a4-a3f3-45d9-96de-a189ef08f667" providerId="ADAL" clId="{C7BEE019-827C-45E1-A7BA-1B4098C10EA8}" dt="2022-05-23T17:38:19.988" v="201" actId="1076"/>
          <ac:picMkLst>
            <pc:docMk/>
            <pc:sldMk cId="1132007078" sldId="431"/>
            <ac:picMk id="6" creationId="{6E16A729-BED8-46B7-B1DE-47120D0A28E2}"/>
          </ac:picMkLst>
        </pc:picChg>
        <pc:picChg chg="del">
          <ac:chgData name="John Paul Lima" userId="675506a4-a3f3-45d9-96de-a189ef08f667" providerId="ADAL" clId="{C7BEE019-827C-45E1-A7BA-1B4098C10EA8}" dt="2022-05-23T17:37:24.438" v="188" actId="478"/>
          <ac:picMkLst>
            <pc:docMk/>
            <pc:sldMk cId="1132007078" sldId="431"/>
            <ac:picMk id="1026" creationId="{5F0B9B6B-606E-49FA-B213-441B1CFD51E8}"/>
          </ac:picMkLst>
        </pc:picChg>
      </pc:sldChg>
      <pc:sldChg chg="modSp mod">
        <pc:chgData name="John Paul Lima" userId="675506a4-a3f3-45d9-96de-a189ef08f667" providerId="ADAL" clId="{C7BEE019-827C-45E1-A7BA-1B4098C10EA8}" dt="2022-05-23T17:37:12.958" v="185" actId="20577"/>
        <pc:sldMkLst>
          <pc:docMk/>
          <pc:sldMk cId="1295314910" sldId="432"/>
        </pc:sldMkLst>
        <pc:spChg chg="mod">
          <ac:chgData name="John Paul Lima" userId="675506a4-a3f3-45d9-96de-a189ef08f667" providerId="ADAL" clId="{C7BEE019-827C-45E1-A7BA-1B4098C10EA8}" dt="2022-05-23T17:37:12.958" v="185" actId="20577"/>
          <ac:spMkLst>
            <pc:docMk/>
            <pc:sldMk cId="1295314910" sldId="432"/>
            <ac:spMk id="6" creationId="{35D49E33-FA1C-4313-943B-9AF246E7C36D}"/>
          </ac:spMkLst>
        </pc:spChg>
        <pc:picChg chg="mod">
          <ac:chgData name="John Paul Lima" userId="675506a4-a3f3-45d9-96de-a189ef08f667" providerId="ADAL" clId="{C7BEE019-827C-45E1-A7BA-1B4098C10EA8}" dt="2022-05-23T17:37:06.271" v="171" actId="1076"/>
          <ac:picMkLst>
            <pc:docMk/>
            <pc:sldMk cId="1295314910" sldId="432"/>
            <ac:picMk id="2050" creationId="{9ADE843A-FC28-4768-A55A-B128D6384F4F}"/>
          </ac:picMkLst>
        </pc:picChg>
      </pc:sldChg>
      <pc:sldChg chg="del">
        <pc:chgData name="John Paul Lima" userId="675506a4-a3f3-45d9-96de-a189ef08f667" providerId="ADAL" clId="{C7BEE019-827C-45E1-A7BA-1B4098C10EA8}" dt="2022-05-23T17:14:26.018" v="5" actId="47"/>
        <pc:sldMkLst>
          <pc:docMk/>
          <pc:sldMk cId="1627385660" sldId="442"/>
        </pc:sldMkLst>
      </pc:sldChg>
      <pc:sldChg chg="del">
        <pc:chgData name="John Paul Lima" userId="675506a4-a3f3-45d9-96de-a189ef08f667" providerId="ADAL" clId="{C7BEE019-827C-45E1-A7BA-1B4098C10EA8}" dt="2022-05-23T17:14:26.521" v="6" actId="47"/>
        <pc:sldMkLst>
          <pc:docMk/>
          <pc:sldMk cId="1509937017" sldId="443"/>
        </pc:sldMkLst>
      </pc:sldChg>
      <pc:sldChg chg="delSp mod">
        <pc:chgData name="John Paul Lima" userId="675506a4-a3f3-45d9-96de-a189ef08f667" providerId="ADAL" clId="{C7BEE019-827C-45E1-A7BA-1B4098C10EA8}" dt="2022-05-23T17:37:02.895" v="169" actId="478"/>
        <pc:sldMkLst>
          <pc:docMk/>
          <pc:sldMk cId="3851773155" sldId="460"/>
        </pc:sldMkLst>
        <pc:picChg chg="del">
          <ac:chgData name="John Paul Lima" userId="675506a4-a3f3-45d9-96de-a189ef08f667" providerId="ADAL" clId="{C7BEE019-827C-45E1-A7BA-1B4098C10EA8}" dt="2022-05-23T17:37:02.895" v="169" actId="478"/>
          <ac:picMkLst>
            <pc:docMk/>
            <pc:sldMk cId="3851773155" sldId="460"/>
            <ac:picMk id="5" creationId="{66B4E2A5-E99C-4AEC-B66F-D640B19178A3}"/>
          </ac:picMkLst>
        </pc:picChg>
      </pc:sldChg>
      <pc:sldChg chg="del">
        <pc:chgData name="John Paul Lima" userId="675506a4-a3f3-45d9-96de-a189ef08f667" providerId="ADAL" clId="{C7BEE019-827C-45E1-A7BA-1B4098C10EA8}" dt="2022-05-23T17:14:25.330" v="4" actId="47"/>
        <pc:sldMkLst>
          <pc:docMk/>
          <pc:sldMk cId="236689571" sldId="461"/>
        </pc:sldMkLst>
      </pc:sldChg>
      <pc:sldChg chg="del">
        <pc:chgData name="John Paul Lima" userId="675506a4-a3f3-45d9-96de-a189ef08f667" providerId="ADAL" clId="{C7BEE019-827C-45E1-A7BA-1B4098C10EA8}" dt="2022-05-23T17:15:19.407" v="14" actId="47"/>
        <pc:sldMkLst>
          <pc:docMk/>
          <pc:sldMk cId="3265439966" sldId="462"/>
        </pc:sldMkLst>
      </pc:sldChg>
      <pc:sldChg chg="modSp mod">
        <pc:chgData name="John Paul Lima" userId="675506a4-a3f3-45d9-96de-a189ef08f667" providerId="ADAL" clId="{C7BEE019-827C-45E1-A7BA-1B4098C10EA8}" dt="2022-05-23T17:15:04.774" v="13" actId="1076"/>
        <pc:sldMkLst>
          <pc:docMk/>
          <pc:sldMk cId="851998104" sldId="493"/>
        </pc:sldMkLst>
        <pc:spChg chg="mod">
          <ac:chgData name="John Paul Lima" userId="675506a4-a3f3-45d9-96de-a189ef08f667" providerId="ADAL" clId="{C7BEE019-827C-45E1-A7BA-1B4098C10EA8}" dt="2022-05-23T17:15:04.774" v="13" actId="1076"/>
          <ac:spMkLst>
            <pc:docMk/>
            <pc:sldMk cId="851998104" sldId="493"/>
            <ac:spMk id="5" creationId="{5279DD2A-01E2-4C8A-8955-3A412274D9C1}"/>
          </ac:spMkLst>
        </pc:spChg>
      </pc:sldChg>
      <pc:sldChg chg="modSp add mod">
        <pc:chgData name="John Paul Lima" userId="675506a4-a3f3-45d9-96de-a189ef08f667" providerId="ADAL" clId="{C7BEE019-827C-45E1-A7BA-1B4098C10EA8}" dt="2022-05-23T17:36:54.902" v="168" actId="20577"/>
        <pc:sldMkLst>
          <pc:docMk/>
          <pc:sldMk cId="3365422439" sldId="494"/>
        </pc:sldMkLst>
        <pc:spChg chg="mod">
          <ac:chgData name="John Paul Lima" userId="675506a4-a3f3-45d9-96de-a189ef08f667" providerId="ADAL" clId="{C7BEE019-827C-45E1-A7BA-1B4098C10EA8}" dt="2022-05-23T17:36:54.902" v="168" actId="20577"/>
          <ac:spMkLst>
            <pc:docMk/>
            <pc:sldMk cId="3365422439" sldId="494"/>
            <ac:spMk id="5" creationId="{5279DD2A-01E2-4C8A-8955-3A412274D9C1}"/>
          </ac:spMkLst>
        </pc:spChg>
      </pc:sldChg>
      <pc:sldMasterChg chg="modSp mod addSldLayout delSldLayout modSldLayout">
        <pc:chgData name="John Paul Lima" userId="675506a4-a3f3-45d9-96de-a189ef08f667" providerId="ADAL" clId="{C7BEE019-827C-45E1-A7BA-1B4098C10EA8}" dt="2022-05-23T17:38:05.235" v="197" actId="2085"/>
        <pc:sldMasterMkLst>
          <pc:docMk/>
          <pc:sldMasterMk cId="0" sldId="2147483648"/>
        </pc:sldMasterMkLst>
        <pc:spChg chg="mod">
          <ac:chgData name="John Paul Lima" userId="675506a4-a3f3-45d9-96de-a189ef08f667" providerId="ADAL" clId="{C7BEE019-827C-45E1-A7BA-1B4098C10EA8}" dt="2022-05-23T17:15:38.215" v="20" actId="20577"/>
          <ac:spMkLst>
            <pc:docMk/>
            <pc:sldMasterMk cId="0" sldId="2147483648"/>
            <ac:spMk id="14" creationId="{901F312E-35DC-9246-B6BE-D7E6D083AC42}"/>
          </ac:spMkLst>
        </pc:spChg>
        <pc:sldLayoutChg chg="addSp modSp new mod">
          <pc:chgData name="John Paul Lima" userId="675506a4-a3f3-45d9-96de-a189ef08f667" providerId="ADAL" clId="{C7BEE019-827C-45E1-A7BA-1B4098C10EA8}" dt="2022-05-23T17:38:05.235" v="197" actId="2085"/>
          <pc:sldLayoutMkLst>
            <pc:docMk/>
            <pc:sldMasterMk cId="0" sldId="2147483648"/>
            <pc:sldLayoutMk cId="136226527" sldId="2147483689"/>
          </pc:sldLayoutMkLst>
          <pc:spChg chg="add mod">
            <ac:chgData name="John Paul Lima" userId="675506a4-a3f3-45d9-96de-a189ef08f667" providerId="ADAL" clId="{C7BEE019-827C-45E1-A7BA-1B4098C10EA8}" dt="2022-05-23T17:38:05.235" v="197" actId="2085"/>
            <ac:spMkLst>
              <pc:docMk/>
              <pc:sldMasterMk cId="0" sldId="2147483648"/>
              <pc:sldLayoutMk cId="136226527" sldId="2147483689"/>
              <ac:spMk id="4" creationId="{D41869C0-EFED-8DF4-859E-44245CB6D240}"/>
            </ac:spMkLst>
          </pc:spChg>
        </pc:sldLayoutChg>
        <pc:sldLayoutChg chg="del">
          <pc:chgData name="John Paul Lima" userId="675506a4-a3f3-45d9-96de-a189ef08f667" providerId="ADAL" clId="{C7BEE019-827C-45E1-A7BA-1B4098C10EA8}" dt="2022-05-23T17:14:15.915" v="3" actId="47"/>
          <pc:sldLayoutMkLst>
            <pc:docMk/>
            <pc:sldMasterMk cId="0" sldId="2147483648"/>
            <pc:sldLayoutMk cId="1249242510" sldId="2147483689"/>
          </pc:sldLayoutMkLst>
        </pc:sldLayoutChg>
      </pc:sldMasterChg>
      <pc:sldMasterChg chg="new del mod addSldLayout delSldLayout">
        <pc:chgData name="John Paul Lima" userId="675506a4-a3f3-45d9-96de-a189ef08f667" providerId="ADAL" clId="{C7BEE019-827C-45E1-A7BA-1B4098C10EA8}" dt="2022-05-23T17:37:46.721" v="193" actId="6938"/>
        <pc:sldMasterMkLst>
          <pc:docMk/>
          <pc:sldMasterMk cId="4048800430" sldId="2147483689"/>
        </pc:sldMasterMkLst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2965835391" sldId="2147483690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152698453" sldId="2147483691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1590537972" sldId="2147483692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3047882102" sldId="2147483693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3694008348" sldId="2147483694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643484616" sldId="2147483695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3476287912" sldId="2147483696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2178934971" sldId="2147483697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3793466230" sldId="2147483698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2959130884" sldId="2147483699"/>
          </pc:sldLayoutMkLst>
        </pc:sldLayoutChg>
        <pc:sldLayoutChg chg="new del replId">
          <pc:chgData name="John Paul Lima" userId="675506a4-a3f3-45d9-96de-a189ef08f667" providerId="ADAL" clId="{C7BEE019-827C-45E1-A7BA-1B4098C10EA8}" dt="2022-05-23T17:37:46.721" v="193" actId="6938"/>
          <pc:sldLayoutMkLst>
            <pc:docMk/>
            <pc:sldMasterMk cId="4048800430" sldId="2147483689"/>
            <pc:sldLayoutMk cId="716819905" sldId="2147483700"/>
          </pc:sldLayoutMkLst>
        </pc:sldLayoutChg>
      </pc:sldMasterChg>
    </pc:docChg>
  </pc:docChgLst>
  <pc:docChgLst>
    <pc:chgData name="Alexandre Aparecido Neves" userId="S::pf1342@fiap.com.br::cbf4da82-77d6-428b-b766-116bad1429ef" providerId="AD" clId="Web-{1ED3AEC9-F262-A328-752C-49050CDB8188}"/>
    <pc:docChg chg="modSld">
      <pc:chgData name="Alexandre Aparecido Neves" userId="S::pf1342@fiap.com.br::cbf4da82-77d6-428b-b766-116bad1429ef" providerId="AD" clId="Web-{1ED3AEC9-F262-A328-752C-49050CDB8188}" dt="2022-10-20T14:37:32.333" v="36" actId="20577"/>
      <pc:docMkLst>
        <pc:docMk/>
      </pc:docMkLst>
      <pc:sldChg chg="modSp">
        <pc:chgData name="Alexandre Aparecido Neves" userId="S::pf1342@fiap.com.br::cbf4da82-77d6-428b-b766-116bad1429ef" providerId="AD" clId="Web-{1ED3AEC9-F262-A328-752C-49050CDB8188}" dt="2022-10-20T14:37:32.333" v="36" actId="20577"/>
        <pc:sldMkLst>
          <pc:docMk/>
          <pc:sldMk cId="786438493" sldId="435"/>
        </pc:sldMkLst>
        <pc:spChg chg="mod">
          <ac:chgData name="Alexandre Aparecido Neves" userId="S::pf1342@fiap.com.br::cbf4da82-77d6-428b-b766-116bad1429ef" providerId="AD" clId="Web-{1ED3AEC9-F262-A328-752C-49050CDB8188}" dt="2022-10-20T14:37:32.333" v="36" actId="20577"/>
          <ac:spMkLst>
            <pc:docMk/>
            <pc:sldMk cId="786438493" sldId="435"/>
            <ac:spMk id="5" creationId="{C6EA0EC1-6376-4C6D-B525-13F9D273A9F3}"/>
          </ac:spMkLst>
        </pc:spChg>
      </pc:sldChg>
    </pc:docChg>
  </pc:docChgLst>
  <pc:docChgLst>
    <pc:chgData name="ANDRÉ GODOI CHIOVATO" userId="S::pf1155@fiap.com.br::fafa3a9a-03c5-4b9e-8436-39cbe63a0ce6" providerId="AD" clId="Web-{AC58F3D8-FB4F-46EA-8AEE-1E79C873A5F3}"/>
    <pc:docChg chg="modSld">
      <pc:chgData name="ANDRÉ GODOI CHIOVATO" userId="S::pf1155@fiap.com.br::fafa3a9a-03c5-4b9e-8436-39cbe63a0ce6" providerId="AD" clId="Web-{AC58F3D8-FB4F-46EA-8AEE-1E79C873A5F3}" dt="2022-05-24T15:30:29.329" v="151" actId="20577"/>
      <pc:docMkLst>
        <pc:docMk/>
      </pc:docMkLst>
      <pc:sldChg chg="modSp">
        <pc:chgData name="ANDRÉ GODOI CHIOVATO" userId="S::pf1155@fiap.com.br::fafa3a9a-03c5-4b9e-8436-39cbe63a0ce6" providerId="AD" clId="Web-{AC58F3D8-FB4F-46EA-8AEE-1E79C873A5F3}" dt="2022-05-24T15:30:29.329" v="151" actId="20577"/>
        <pc:sldMkLst>
          <pc:docMk/>
          <pc:sldMk cId="3212286614" sldId="433"/>
        </pc:sldMkLst>
        <pc:spChg chg="mod">
          <ac:chgData name="ANDRÉ GODOI CHIOVATO" userId="S::pf1155@fiap.com.br::fafa3a9a-03c5-4b9e-8436-39cbe63a0ce6" providerId="AD" clId="Web-{AC58F3D8-FB4F-46EA-8AEE-1E79C873A5F3}" dt="2022-05-24T15:30:29.329" v="151" actId="20577"/>
          <ac:spMkLst>
            <pc:docMk/>
            <pc:sldMk cId="3212286614" sldId="433"/>
            <ac:spMk id="5" creationId="{1FB20A1F-131D-DA6C-F735-ACE23A173518}"/>
          </ac:spMkLst>
        </pc:spChg>
      </pc:sldChg>
    </pc:docChg>
  </pc:docChgLst>
  <pc:docChgLst>
    <pc:chgData name="Michele Bazana de Souza" userId="S::pf1486@fiap.com.br::76cc777c-04f2-48e7-88ee-16eac7e98ce7" providerId="AD" clId="Web-{A05AEB25-F277-41F8-AC97-2444A75A498A}"/>
    <pc:docChg chg="modSld">
      <pc:chgData name="Michele Bazana de Souza" userId="S::pf1486@fiap.com.br::76cc777c-04f2-48e7-88ee-16eac7e98ce7" providerId="AD" clId="Web-{A05AEB25-F277-41F8-AC97-2444A75A498A}" dt="2022-05-24T15:10:02.045" v="5" actId="20577"/>
      <pc:docMkLst>
        <pc:docMk/>
      </pc:docMkLst>
      <pc:sldChg chg="modSp">
        <pc:chgData name="Michele Bazana de Souza" userId="S::pf1486@fiap.com.br::76cc777c-04f2-48e7-88ee-16eac7e98ce7" providerId="AD" clId="Web-{A05AEB25-F277-41F8-AC97-2444A75A498A}" dt="2022-05-24T15:10:02.045" v="5" actId="20577"/>
        <pc:sldMkLst>
          <pc:docMk/>
          <pc:sldMk cId="1596786950" sldId="434"/>
        </pc:sldMkLst>
        <pc:spChg chg="mod">
          <ac:chgData name="Michele Bazana de Souza" userId="S::pf1486@fiap.com.br::76cc777c-04f2-48e7-88ee-16eac7e98ce7" providerId="AD" clId="Web-{A05AEB25-F277-41F8-AC97-2444A75A498A}" dt="2022-05-24T15:10:02.045" v="5" actId="20577"/>
          <ac:spMkLst>
            <pc:docMk/>
            <pc:sldMk cId="1596786950" sldId="434"/>
            <ac:spMk id="2" creationId="{8324E624-9912-4041-A9D0-33D6F6427837}"/>
          </ac:spMkLst>
        </pc:spChg>
      </pc:sldChg>
    </pc:docChg>
  </pc:docChgLst>
  <pc:docChgLst>
    <pc:chgData name="Ismael de Araujo Silva" userId="S::pf0048@fiap.com.br::21ed56e3-bbb2-4972-a88b-b9a28ab98f4e" providerId="AD" clId="Web-{55A6C609-27FB-46AD-9226-632587E70F92}"/>
    <pc:docChg chg="modSld">
      <pc:chgData name="Ismael de Araujo Silva" userId="S::pf0048@fiap.com.br::21ed56e3-bbb2-4972-a88b-b9a28ab98f4e" providerId="AD" clId="Web-{55A6C609-27FB-46AD-9226-632587E70F92}" dt="2022-05-25T23:27:09.251" v="23" actId="20577"/>
      <pc:docMkLst>
        <pc:docMk/>
      </pc:docMkLst>
      <pc:sldChg chg="modSp">
        <pc:chgData name="Ismael de Araujo Silva" userId="S::pf0048@fiap.com.br::21ed56e3-bbb2-4972-a88b-b9a28ab98f4e" providerId="AD" clId="Web-{55A6C609-27FB-46AD-9226-632587E70F92}" dt="2022-05-25T23:27:09.251" v="23" actId="20577"/>
        <pc:sldMkLst>
          <pc:docMk/>
          <pc:sldMk cId="2347222539" sldId="440"/>
        </pc:sldMkLst>
        <pc:spChg chg="mod">
          <ac:chgData name="Ismael de Araujo Silva" userId="S::pf0048@fiap.com.br::21ed56e3-bbb2-4972-a88b-b9a28ab98f4e" providerId="AD" clId="Web-{55A6C609-27FB-46AD-9226-632587E70F92}" dt="2022-05-25T23:27:09.251" v="23" actId="20577"/>
          <ac:spMkLst>
            <pc:docMk/>
            <pc:sldMk cId="2347222539" sldId="440"/>
            <ac:spMk id="5" creationId="{2CC84101-2E48-4786-A730-8D00418059A2}"/>
          </ac:spMkLst>
        </pc:spChg>
      </pc:sldChg>
    </pc:docChg>
  </pc:docChgLst>
  <pc:docChgLst>
    <pc:chgData name="Nivaldo Zafalon Junior" userId="S::pf0085@fiap.com.br::c7a93533-d5bc-4d71-ac75-1439dc6b6ce6" providerId="AD" clId="Web-{80397127-2C70-4EDA-A5B8-54919A49C42A}"/>
    <pc:docChg chg="modSld">
      <pc:chgData name="Nivaldo Zafalon Junior" userId="S::pf0085@fiap.com.br::c7a93533-d5bc-4d71-ac75-1439dc6b6ce6" providerId="AD" clId="Web-{80397127-2C70-4EDA-A5B8-54919A49C42A}" dt="2022-10-27T13:29:33.758" v="8" actId="20577"/>
      <pc:docMkLst>
        <pc:docMk/>
      </pc:docMkLst>
      <pc:sldChg chg="modSp">
        <pc:chgData name="Nivaldo Zafalon Junior" userId="S::pf0085@fiap.com.br::c7a93533-d5bc-4d71-ac75-1439dc6b6ce6" providerId="AD" clId="Web-{80397127-2C70-4EDA-A5B8-54919A49C42A}" dt="2022-10-27T13:29:33.758" v="8" actId="20577"/>
        <pc:sldMkLst>
          <pc:docMk/>
          <pc:sldMk cId="1403848372" sldId="436"/>
        </pc:sldMkLst>
        <pc:spChg chg="mod">
          <ac:chgData name="Nivaldo Zafalon Junior" userId="S::pf0085@fiap.com.br::c7a93533-d5bc-4d71-ac75-1439dc6b6ce6" providerId="AD" clId="Web-{80397127-2C70-4EDA-A5B8-54919A49C42A}" dt="2022-10-27T13:29:33.758" v="8" actId="20577"/>
          <ac:spMkLst>
            <pc:docMk/>
            <pc:sldMk cId="1403848372" sldId="436"/>
            <ac:spMk id="6" creationId="{5A981A95-1ED9-2A90-1C48-9F0CCAD2007E}"/>
          </ac:spMkLst>
        </pc:spChg>
      </pc:sldChg>
    </pc:docChg>
  </pc:docChgLst>
  <pc:docChgLst>
    <pc:chgData name="Sandro Aparecido Ferraz" userId="S::pf0111@fiap.com.br::8801143f-955a-4f1d-b788-cf5f016ccad8" providerId="AD" clId="Web-{051E5378-34C6-486D-A74A-6A1A281D4C5C}"/>
    <pc:docChg chg="modSld">
      <pc:chgData name="Sandro Aparecido Ferraz" userId="S::pf0111@fiap.com.br::8801143f-955a-4f1d-b788-cf5f016ccad8" providerId="AD" clId="Web-{051E5378-34C6-486D-A74A-6A1A281D4C5C}" dt="2022-05-25T10:23:26.620" v="183" actId="1076"/>
      <pc:docMkLst>
        <pc:docMk/>
      </pc:docMkLst>
      <pc:sldChg chg="modSp">
        <pc:chgData name="Sandro Aparecido Ferraz" userId="S::pf0111@fiap.com.br::8801143f-955a-4f1d-b788-cf5f016ccad8" providerId="AD" clId="Web-{051E5378-34C6-486D-A74A-6A1A281D4C5C}" dt="2022-05-25T10:22:40.150" v="155" actId="1076"/>
        <pc:sldMkLst>
          <pc:docMk/>
          <pc:sldMk cId="4048229631" sldId="438"/>
        </pc:sldMkLst>
        <pc:spChg chg="mod">
          <ac:chgData name="Sandro Aparecido Ferraz" userId="S::pf0111@fiap.com.br::8801143f-955a-4f1d-b788-cf5f016ccad8" providerId="AD" clId="Web-{051E5378-34C6-486D-A74A-6A1A281D4C5C}" dt="2022-05-25T10:22:40.150" v="155" actId="1076"/>
          <ac:spMkLst>
            <pc:docMk/>
            <pc:sldMk cId="4048229631" sldId="438"/>
            <ac:spMk id="5" creationId="{2F89F5EF-56DA-4D9D-97AA-51E4D5E3816D}"/>
          </ac:spMkLst>
        </pc:spChg>
      </pc:sldChg>
      <pc:sldChg chg="modSp">
        <pc:chgData name="Sandro Aparecido Ferraz" userId="S::pf0111@fiap.com.br::8801143f-955a-4f1d-b788-cf5f016ccad8" providerId="AD" clId="Web-{051E5378-34C6-486D-A74A-6A1A281D4C5C}" dt="2022-05-25T10:23:26.620" v="183" actId="1076"/>
        <pc:sldMkLst>
          <pc:docMk/>
          <pc:sldMk cId="3187299384" sldId="439"/>
        </pc:sldMkLst>
        <pc:spChg chg="mod">
          <ac:chgData name="Sandro Aparecido Ferraz" userId="S::pf0111@fiap.com.br::8801143f-955a-4f1d-b788-cf5f016ccad8" providerId="AD" clId="Web-{051E5378-34C6-486D-A74A-6A1A281D4C5C}" dt="2022-05-25T10:23:26.620" v="183" actId="1076"/>
          <ac:spMkLst>
            <pc:docMk/>
            <pc:sldMk cId="3187299384" sldId="439"/>
            <ac:spMk id="5" creationId="{D3300758-EB70-4B73-B7F3-6E2CC5E9C578}"/>
          </ac:spMkLst>
        </pc:spChg>
      </pc:sldChg>
    </pc:docChg>
  </pc:docChgLst>
  <pc:docChgLst>
    <pc:chgData name="Michele Bazana de Souza" userId="S::pf1486@fiap.com.br::76cc777c-04f2-48e7-88ee-16eac7e98ce7" providerId="AD" clId="Web-{83B057E2-280D-4628-BF69-93D4CBB0AA2E}"/>
    <pc:docChg chg="modSld">
      <pc:chgData name="Michele Bazana de Souza" userId="S::pf1486@fiap.com.br::76cc777c-04f2-48e7-88ee-16eac7e98ce7" providerId="AD" clId="Web-{83B057E2-280D-4628-BF69-93D4CBB0AA2E}" dt="2022-05-24T23:55:31.941" v="59" actId="20577"/>
      <pc:docMkLst>
        <pc:docMk/>
      </pc:docMkLst>
      <pc:sldChg chg="modSp">
        <pc:chgData name="Michele Bazana de Souza" userId="S::pf1486@fiap.com.br::76cc777c-04f2-48e7-88ee-16eac7e98ce7" providerId="AD" clId="Web-{83B057E2-280D-4628-BF69-93D4CBB0AA2E}" dt="2022-05-24T23:55:31.941" v="59" actId="20577"/>
        <pc:sldMkLst>
          <pc:docMk/>
          <pc:sldMk cId="1596786950" sldId="434"/>
        </pc:sldMkLst>
        <pc:spChg chg="mod">
          <ac:chgData name="Michele Bazana de Souza" userId="S::pf1486@fiap.com.br::76cc777c-04f2-48e7-88ee-16eac7e98ce7" providerId="AD" clId="Web-{83B057E2-280D-4628-BF69-93D4CBB0AA2E}" dt="2022-05-24T23:55:31.941" v="59" actId="20577"/>
          <ac:spMkLst>
            <pc:docMk/>
            <pc:sldMk cId="1596786950" sldId="434"/>
            <ac:spMk id="2" creationId="{8324E624-9912-4041-A9D0-33D6F6427837}"/>
          </ac:spMkLst>
        </pc:spChg>
      </pc:sldChg>
    </pc:docChg>
  </pc:docChgLst>
  <pc:docChgLst>
    <pc:chgData name="ANDRÉ GODOI CHIOVATO" userId="S::pf1155@fiap.com.br::fafa3a9a-03c5-4b9e-8436-39cbe63a0ce6" providerId="AD" clId="Web-{6C4A2D5C-1CAA-4CD4-B0EA-BCA8159105BC}"/>
    <pc:docChg chg="modSld">
      <pc:chgData name="ANDRÉ GODOI CHIOVATO" userId="S::pf1155@fiap.com.br::fafa3a9a-03c5-4b9e-8436-39cbe63a0ce6" providerId="AD" clId="Web-{6C4A2D5C-1CAA-4CD4-B0EA-BCA8159105BC}" dt="2022-10-25T22:57:53.365" v="143" actId="20577"/>
      <pc:docMkLst>
        <pc:docMk/>
      </pc:docMkLst>
      <pc:sldChg chg="modSp">
        <pc:chgData name="ANDRÉ GODOI CHIOVATO" userId="S::pf1155@fiap.com.br::fafa3a9a-03c5-4b9e-8436-39cbe63a0ce6" providerId="AD" clId="Web-{6C4A2D5C-1CAA-4CD4-B0EA-BCA8159105BC}" dt="2022-10-25T22:57:53.365" v="143" actId="20577"/>
        <pc:sldMkLst>
          <pc:docMk/>
          <pc:sldMk cId="3212286614" sldId="433"/>
        </pc:sldMkLst>
        <pc:spChg chg="mod">
          <ac:chgData name="ANDRÉ GODOI CHIOVATO" userId="S::pf1155@fiap.com.br::fafa3a9a-03c5-4b9e-8436-39cbe63a0ce6" providerId="AD" clId="Web-{6C4A2D5C-1CAA-4CD4-B0EA-BCA8159105BC}" dt="2022-10-25T22:57:53.365" v="143" actId="20577"/>
          <ac:spMkLst>
            <pc:docMk/>
            <pc:sldMk cId="3212286614" sldId="433"/>
            <ac:spMk id="5" creationId="{1FB20A1F-131D-DA6C-F735-ACE23A1735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33720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1pPr>
    <a:lvl2pPr indent="8572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2pPr>
    <a:lvl3pPr indent="17145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3pPr>
    <a:lvl4pPr indent="25717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4pPr>
    <a:lvl5pPr indent="34290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5pPr>
    <a:lvl6pPr indent="42862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6pPr>
    <a:lvl7pPr indent="51435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7pPr>
    <a:lvl8pPr indent="600075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8pPr>
    <a:lvl9pPr indent="685800" defTabSz="171450" latinLnBrk="0">
      <a:lnSpc>
        <a:spcPct val="117999"/>
      </a:lnSpc>
      <a:defRPr sz="825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33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o Título"/>
          <p:cNvSpPr txBox="1">
            <a:spLocks noGrp="1"/>
          </p:cNvSpPr>
          <p:nvPr>
            <p:ph type="title"/>
          </p:nvPr>
        </p:nvSpPr>
        <p:spPr>
          <a:xfrm>
            <a:off x="1645295" y="234404"/>
            <a:ext cx="5853410" cy="72141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ED1C5A"/>
                </a:solidFill>
                <a:latin typeface="Gotham HTF Book" pitchFamily="50" charset="0"/>
              </a:defRPr>
            </a:lvl1pPr>
          </a:lstStyle>
          <a:p>
            <a:r>
              <a:rPr err="1"/>
              <a:t>Texto</a:t>
            </a:r>
            <a:r>
              <a:t> do </a:t>
            </a:r>
            <a:r>
              <a:rPr err="1"/>
              <a:t>Título</a:t>
            </a:r>
            <a:endParaRPr/>
          </a:p>
        </p:txBody>
      </p:sp>
      <p:sp>
        <p:nvSpPr>
          <p:cNvPr id="49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A8A07F75-77A1-4DB3-81B7-126438ED4E2D}"/>
              </a:ext>
            </a:extLst>
          </p:cNvPr>
          <p:cNvGrpSpPr/>
          <p:nvPr userDrawn="1"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9BCB0FE8-EE2E-4F9F-9C44-6EC4E56CD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6" name="Picture 7">
              <a:extLst>
                <a:ext uri="{FF2B5EF4-FFF2-40B4-BE49-F238E27FC236}">
                  <a16:creationId xmlns:a16="http://schemas.microsoft.com/office/drawing/2014/main" id="{8588ECBD-E43E-4579-A31B-14C29CDAD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1812727" y="863947"/>
            <a:ext cx="5518547" cy="1741289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ED1C5A"/>
                </a:solidFill>
                <a:latin typeface="Gotham HTF Book" pitchFamily="50" charset="0"/>
              </a:defRPr>
            </a:lvl1pPr>
          </a:lstStyle>
          <a:p>
            <a:r>
              <a:rPr err="1"/>
              <a:t>Texto</a:t>
            </a:r>
            <a:r>
              <a:t> do </a:t>
            </a:r>
            <a:r>
              <a:rPr err="1"/>
              <a:t>Título</a:t>
            </a:r>
            <a:endParaRPr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812727" y="2652117"/>
            <a:ext cx="5518547" cy="162743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1pPr>
            <a:lvl2pPr marL="0" indent="85725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2pPr>
            <a:lvl3pPr marL="0" indent="171450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3pPr>
            <a:lvl4pPr marL="0" indent="257175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4pPr>
            <a:lvl5pPr marL="0" indent="342900" algn="ctr">
              <a:spcBef>
                <a:spcPts val="0"/>
              </a:spcBef>
              <a:buSzTx/>
              <a:buNone/>
              <a:defRPr sz="1400">
                <a:solidFill>
                  <a:srgbClr val="92A3AD"/>
                </a:solidFill>
                <a:latin typeface="Gotham HTF Book" pitchFamily="50" charset="0"/>
              </a:defRPr>
            </a:lvl5pPr>
          </a:lstStyle>
          <a:p>
            <a:r>
              <a:rPr err="1"/>
              <a:t>Nível</a:t>
            </a:r>
            <a:r>
              <a:t> de </a:t>
            </a:r>
            <a:r>
              <a:rPr err="1"/>
              <a:t>Corpo</a:t>
            </a:r>
            <a:r>
              <a:t> Um</a:t>
            </a:r>
          </a:p>
          <a:p>
            <a:pPr lvl="1"/>
            <a:r>
              <a:rPr err="1"/>
              <a:t>Nível</a:t>
            </a:r>
            <a:r>
              <a:t> de </a:t>
            </a:r>
            <a:r>
              <a:rPr err="1"/>
              <a:t>Corpo</a:t>
            </a:r>
            <a:r>
              <a:t> </a:t>
            </a:r>
            <a:r>
              <a:rPr err="1"/>
              <a:t>Dois</a:t>
            </a:r>
            <a:endParaRPr/>
          </a:p>
          <a:p>
            <a:pPr lvl="2"/>
            <a:r>
              <a:rPr err="1"/>
              <a:t>Nível</a:t>
            </a:r>
            <a:r>
              <a:t> de </a:t>
            </a:r>
            <a:r>
              <a:rPr err="1"/>
              <a:t>Corpo</a:t>
            </a:r>
            <a:r>
              <a:t> </a:t>
            </a:r>
            <a:r>
              <a:rPr err="1"/>
              <a:t>Três</a:t>
            </a:r>
            <a:endParaRPr/>
          </a:p>
          <a:p>
            <a:pPr lvl="3"/>
            <a:r>
              <a:rPr err="1"/>
              <a:t>Nível</a:t>
            </a:r>
            <a:r>
              <a:t> de </a:t>
            </a:r>
            <a:r>
              <a:rPr err="1"/>
              <a:t>Corpo</a:t>
            </a:r>
            <a:r>
              <a:t> Quatro</a:t>
            </a:r>
          </a:p>
          <a:p>
            <a:pPr lvl="4"/>
            <a:r>
              <a:rPr err="1"/>
              <a:t>Nível</a:t>
            </a:r>
            <a:r>
              <a:t> de </a:t>
            </a:r>
            <a:r>
              <a:rPr err="1"/>
              <a:t>Corpo</a:t>
            </a:r>
            <a:r>
              <a:t>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19A9F8F-1759-4D55-A848-19865BA60095}"/>
              </a:ext>
            </a:extLst>
          </p:cNvPr>
          <p:cNvGrpSpPr/>
          <p:nvPr userDrawn="1"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109D9690-68BC-4DAA-950C-15577A390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94B043F3-61C3-4ED3-9EC3-CBEE69DA7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o do Título"/>
          <p:cNvSpPr txBox="1">
            <a:spLocks noGrp="1"/>
          </p:cNvSpPr>
          <p:nvPr>
            <p:ph type="title"/>
          </p:nvPr>
        </p:nvSpPr>
        <p:spPr>
          <a:xfrm>
            <a:off x="1812727" y="3542854"/>
            <a:ext cx="5518547" cy="750094"/>
          </a:xfrm>
          <a:prstGeom prst="rect">
            <a:avLst/>
          </a:prstGeom>
        </p:spPr>
        <p:txBody>
          <a:bodyPr anchor="b"/>
          <a:lstStyle>
            <a:lvl1pPr>
              <a:defRPr sz="4000">
                <a:solidFill>
                  <a:srgbClr val="ED1C5A"/>
                </a:solidFill>
                <a:latin typeface="Gotham HTF Book" pitchFamily="50" charset="0"/>
              </a:defRPr>
            </a:lvl1pPr>
          </a:lstStyle>
          <a:p>
            <a:r>
              <a:t>Texto do Título</a:t>
            </a:r>
          </a:p>
        </p:txBody>
      </p:sp>
      <p:sp>
        <p:nvSpPr>
          <p:cNvPr id="23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4400337" y="4875609"/>
            <a:ext cx="336631" cy="28276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A2C25FE0-692E-4A25-A208-01D7512DAA6C}"/>
              </a:ext>
            </a:extLst>
          </p:cNvPr>
          <p:cNvGrpSpPr/>
          <p:nvPr userDrawn="1"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8961A231-2A26-4798-80AB-E459A6995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5" name="Picture 7">
              <a:extLst>
                <a:ext uri="{FF2B5EF4-FFF2-40B4-BE49-F238E27FC236}">
                  <a16:creationId xmlns:a16="http://schemas.microsoft.com/office/drawing/2014/main" id="{AC8D8F5C-8123-46A2-B5B5-26FCB8823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4F7A5-FB19-002E-7298-E17943DE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EEF5126-CC10-81D1-1B27-FB46EC89E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1869C0-EFED-8DF4-859E-44245CB6D24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622652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2C0BEA5B-4136-4393-A916-3C05049E8F56}"/>
              </a:ext>
            </a:extLst>
          </p:cNvPr>
          <p:cNvGrpSpPr/>
          <p:nvPr userDrawn="1"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3" name="Picture 6">
              <a:extLst>
                <a:ext uri="{FF2B5EF4-FFF2-40B4-BE49-F238E27FC236}">
                  <a16:creationId xmlns:a16="http://schemas.microsoft.com/office/drawing/2014/main" id="{B2F82A28-6573-4A1A-90BF-5273F8885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4" name="Picture 7">
              <a:extLst>
                <a:ext uri="{FF2B5EF4-FFF2-40B4-BE49-F238E27FC236}">
                  <a16:creationId xmlns:a16="http://schemas.microsoft.com/office/drawing/2014/main" id="{00E61597-39EA-45EA-A531-EEBDED949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889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AB1C09A1-93B2-5E48-80B4-EF0D0791D61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1"/>
            <a:ext cx="9144000" cy="5148263"/>
          </a:xfrm>
          <a:prstGeom prst="rect">
            <a:avLst/>
          </a:prstGeom>
        </p:spPr>
      </p:pic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4400337" y="4878958"/>
            <a:ext cx="336631" cy="282769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9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01F312E-35DC-9246-B6BE-D7E6D083AC42}"/>
              </a:ext>
            </a:extLst>
          </p:cNvPr>
          <p:cNvSpPr txBox="1"/>
          <p:nvPr userDrawn="1"/>
        </p:nvSpPr>
        <p:spPr>
          <a:xfrm>
            <a:off x="176723" y="4816806"/>
            <a:ext cx="6962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900">
                <a:solidFill>
                  <a:srgbClr val="646D7A"/>
                </a:solidFill>
                <a:latin typeface="Gotham HTF Medium"/>
                <a:cs typeface="Gotham HTF Medium"/>
              </a:rPr>
              <a:t>GS2022.1</a:t>
            </a:r>
          </a:p>
        </p:txBody>
      </p:sp>
      <p:pic>
        <p:nvPicPr>
          <p:cNvPr id="16" name="Imagem 1">
            <a:extLst>
              <a:ext uri="{FF2B5EF4-FFF2-40B4-BE49-F238E27FC236}">
                <a16:creationId xmlns:a16="http://schemas.microsoft.com/office/drawing/2014/main" id="{B471016A-DF8A-4102-9E9F-55BFE5080C63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436" y="106126"/>
            <a:ext cx="853865" cy="2296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0" r:id="rId3"/>
    <p:sldLayoutId id="2147483660" r:id="rId4"/>
    <p:sldLayoutId id="2147483689" r:id="rId5"/>
    <p:sldLayoutId id="2147483688" r:id="rId6"/>
  </p:sldLayoutIdLst>
  <p:transition spd="med"/>
  <p:txStyles>
    <p:titleStyle>
      <a:lvl1pPr marL="0" marR="0" indent="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8572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7145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5717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4290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2862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1435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0007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68580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231510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398198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564885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731573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898260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064948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231635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398323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1565010" marR="0" indent="-231510" algn="l" defTabSz="308074" rtl="0" latinLnBrk="0">
        <a:lnSpc>
          <a:spcPct val="100000"/>
        </a:lnSpc>
        <a:spcBef>
          <a:spcPts val="2213"/>
        </a:spcBef>
        <a:spcAft>
          <a:spcPts val="0"/>
        </a:spcAft>
        <a:buClrTx/>
        <a:buSzPct val="75000"/>
        <a:buFontTx/>
        <a:buChar char="•"/>
        <a:tabLst/>
        <a:defRPr sz="1875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8572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7145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5717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4290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2862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1435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00075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685800" algn="ctr" defTabSz="30807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1">
            <a:extLst>
              <a:ext uri="{FF2B5EF4-FFF2-40B4-BE49-F238E27FC236}">
                <a16:creationId xmlns:a16="http://schemas.microsoft.com/office/drawing/2014/main" id="{6E16A729-BED8-46B7-B1DE-47120D0A28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351" y="2081188"/>
            <a:ext cx="3647297" cy="9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00707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00409_fiap_site_home_vitrine_unidos_1920x1080_v2_imgBgTop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4177" y="2574171"/>
            <a:ext cx="7338869" cy="3039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b="1">
                <a:solidFill>
                  <a:srgbClr val="91A3AD"/>
                </a:solidFill>
                <a:latin typeface="Gotham HTF Light"/>
                <a:cs typeface="Gotham HTF Light"/>
              </a:rPr>
              <a:t>NOSSAS GRANDES ALIADAS PARA </a:t>
            </a:r>
            <a:r>
              <a:rPr lang="en-US" sz="1400" b="1">
                <a:solidFill>
                  <a:srgbClr val="ED1C5A"/>
                </a:solidFill>
                <a:latin typeface="Gotham HTF Light"/>
                <a:cs typeface="Gotham HTF Light"/>
              </a:rPr>
              <a:t>CRIAR UM NOVO E MELHOR AMANHÃ</a:t>
            </a:r>
            <a:r>
              <a:rPr lang="en-US" sz="1400" b="1">
                <a:solidFill>
                  <a:srgbClr val="91A3AD"/>
                </a:solidFill>
                <a:latin typeface="Gotham HTF Light"/>
                <a:cs typeface="Gotham HTF Light"/>
              </a:rPr>
              <a:t>.</a:t>
            </a:r>
            <a:endParaRPr lang="en-US" sz="1400" b="1">
              <a:solidFill>
                <a:srgbClr val="91A3AD"/>
              </a:solidFill>
              <a:latin typeface="Gotham HTF Bold"/>
              <a:cs typeface="Gotham HTF Bold"/>
            </a:endParaRPr>
          </a:p>
        </p:txBody>
      </p:sp>
      <p:sp>
        <p:nvSpPr>
          <p:cNvPr id="17" name="CaixaDeTexto 3"/>
          <p:cNvSpPr txBox="1"/>
          <p:nvPr/>
        </p:nvSpPr>
        <p:spPr>
          <a:xfrm>
            <a:off x="532947" y="2122677"/>
            <a:ext cx="8078106" cy="475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pt-BR" sz="2300" kern="1600" cap="all">
                <a:solidFill>
                  <a:srgbClr val="92A3AD"/>
                </a:solidFill>
                <a:latin typeface="Gotham HTF Book"/>
                <a:cs typeface="Gotham HTF Book"/>
              </a:rPr>
              <a:t>TECNOLOGIA, CIÊNCIA E HUMANIDADE</a:t>
            </a:r>
          </a:p>
        </p:txBody>
      </p:sp>
      <p:pic>
        <p:nvPicPr>
          <p:cNvPr id="13" name="Imagem 1">
            <a:extLst>
              <a:ext uri="{FF2B5EF4-FFF2-40B4-BE49-F238E27FC236}">
                <a16:creationId xmlns:a16="http://schemas.microsoft.com/office/drawing/2014/main" id="{135D7F61-411D-470C-A791-15B902D5E9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404" y="205772"/>
            <a:ext cx="849110" cy="22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3639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/>
          <p:nvPr/>
        </p:nvCxnSpPr>
        <p:spPr>
          <a:xfrm>
            <a:off x="4231054" y="4086918"/>
            <a:ext cx="681905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231054" y="3368855"/>
            <a:ext cx="681905" cy="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tângulo 4"/>
          <p:cNvSpPr/>
          <p:nvPr/>
        </p:nvSpPr>
        <p:spPr>
          <a:xfrm>
            <a:off x="1258224" y="3368855"/>
            <a:ext cx="6533600" cy="7180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rgbClr val="91A3AD"/>
                </a:solidFill>
                <a:latin typeface="Gotham HTF Book"/>
                <a:cs typeface="Gotham HTF Book"/>
              </a:rPr>
              <a:t>CALENDÁRIO</a:t>
            </a:r>
          </a:p>
        </p:txBody>
      </p:sp>
      <p:sp>
        <p:nvSpPr>
          <p:cNvPr id="19" name="Retângulo 4"/>
          <p:cNvSpPr/>
          <p:nvPr/>
        </p:nvSpPr>
        <p:spPr>
          <a:xfrm>
            <a:off x="1258224" y="2650791"/>
            <a:ext cx="6533600" cy="7180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>
                <a:solidFill>
                  <a:srgbClr val="91A3AD"/>
                </a:solidFill>
                <a:latin typeface="Gotham HTF Book"/>
                <a:cs typeface="Gotham HTF Book"/>
              </a:rPr>
              <a:t>CASE</a:t>
            </a:r>
          </a:p>
        </p:txBody>
      </p:sp>
      <p:sp>
        <p:nvSpPr>
          <p:cNvPr id="20" name="Retângulo 4"/>
          <p:cNvSpPr/>
          <p:nvPr/>
        </p:nvSpPr>
        <p:spPr>
          <a:xfrm>
            <a:off x="1258224" y="4086917"/>
            <a:ext cx="6533600" cy="7180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rgbClr val="91A3AD"/>
                </a:solidFill>
                <a:latin typeface="Gotham HTF Book"/>
                <a:cs typeface="Gotham HTF Book"/>
              </a:rPr>
              <a:t>OS ENTREGÁVEIS DA GS/PS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97789458-16C7-E895-64C6-9087671A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219113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35D49E33-FA1C-4313-943B-9AF246E7C36D}"/>
              </a:ext>
            </a:extLst>
          </p:cNvPr>
          <p:cNvSpPr/>
          <p:nvPr/>
        </p:nvSpPr>
        <p:spPr>
          <a:xfrm>
            <a:off x="934354" y="744873"/>
            <a:ext cx="7275292" cy="256993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900" dirty="0">
                <a:solidFill>
                  <a:srgbClr val="ED1C5A"/>
                </a:solidFill>
                <a:latin typeface="Arial Nova"/>
              </a:rPr>
              <a:t>Mobilidade urbana: Carros elétricos alugados</a:t>
            </a:r>
          </a:p>
          <a:p>
            <a:endParaRPr lang="pt-BR" sz="950" dirty="0">
              <a:solidFill>
                <a:srgbClr val="92A3AD"/>
              </a:solidFill>
              <a:latin typeface="Arial Nova"/>
            </a:endParaRPr>
          </a:p>
          <a:p>
            <a:pPr algn="just"/>
            <a:r>
              <a:rPr lang="pt-BR" sz="950" dirty="0">
                <a:solidFill>
                  <a:srgbClr val="92A3AD"/>
                </a:solidFill>
                <a:latin typeface="Arial Nova"/>
              </a:rPr>
              <a:t>A população mundial torna-se mais urbana a cada ano. Atualmente, 54% vive nas grandes cidades, e esse número deve aumentar: a estimativa da Organização das Nações Unidas (ONU) é de que, até 2050, o percentual atinja os 66%, estatística que reflete e resulta nos atuais desafios da mobilidade urbana. </a:t>
            </a:r>
          </a:p>
          <a:p>
            <a:pPr algn="just"/>
            <a:r>
              <a:rPr lang="pt-BR" sz="950" dirty="0">
                <a:solidFill>
                  <a:srgbClr val="92A3AD"/>
                </a:solidFill>
                <a:latin typeface="Arial Nova"/>
              </a:rPr>
              <a:t>No Brasil, entre automóveis, picapes, furgões, ônibus e caminhões, são 60 milhões de veículos em circulação, uma média de 1 veículo para cada 3,3 habitantes, segundo o </a:t>
            </a:r>
            <a:r>
              <a:rPr lang="pt-BR" sz="950" dirty="0" err="1">
                <a:solidFill>
                  <a:srgbClr val="92A3AD"/>
                </a:solidFill>
                <a:latin typeface="Arial Nova"/>
              </a:rPr>
              <a:t>Sindpeças</a:t>
            </a:r>
            <a:r>
              <a:rPr lang="pt-BR" sz="950" dirty="0">
                <a:solidFill>
                  <a:srgbClr val="92A3AD"/>
                </a:solidFill>
                <a:latin typeface="Arial Nova"/>
              </a:rPr>
              <a:t> (Sindicato Nacional da Indústria de Componentes para Veículos Automotores).</a:t>
            </a:r>
          </a:p>
          <a:p>
            <a:pPr algn="just"/>
            <a:r>
              <a:rPr lang="pt-BR" sz="950" dirty="0">
                <a:solidFill>
                  <a:srgbClr val="92A3AD"/>
                </a:solidFill>
                <a:latin typeface="Arial Nova"/>
              </a:rPr>
              <a:t>Isso tem aumentado cada vez mais os congestionamentos nas grandes cidades, o número de acidentes e o impacto ambiental ocasionado pela emissão de gases nocivos à atmosfera. </a:t>
            </a:r>
          </a:p>
          <a:p>
            <a:pPr algn="just"/>
            <a:r>
              <a:rPr lang="pt-BR" sz="950" dirty="0">
                <a:solidFill>
                  <a:srgbClr val="92A3AD"/>
                </a:solidFill>
                <a:latin typeface="Arial Nova"/>
              </a:rPr>
              <a:t>Uma promessa, para um futuro próxima, é a utilização da tecnologia para transformar o modo como as pessoas se movem. O transporte compartilhado, os veículos elétricos, os carros autônomos e outras soluções sustentáveis são protagonistas de uma revolução que já começou. </a:t>
            </a:r>
          </a:p>
          <a:p>
            <a:pPr algn="just"/>
            <a:r>
              <a:rPr lang="pt-BR" sz="950" dirty="0">
                <a:solidFill>
                  <a:srgbClr val="92A3AD"/>
                </a:solidFill>
                <a:latin typeface="Arial Nova"/>
              </a:rPr>
              <a:t>Assim, proposta deste ano é a elaboração de um sistema tecnológico de aluguel de carros elétricos na área mais congestionada de uma grande cidade. Para isso o projeto deverá levar em conta os seguintes requisitos que serão abordados nas diferentes disciplinas:</a:t>
            </a:r>
          </a:p>
          <a:p>
            <a:pPr algn="just"/>
            <a:endParaRPr lang="pt-BR" sz="950" dirty="0">
              <a:solidFill>
                <a:srgbClr val="92A3AD"/>
              </a:solidFill>
              <a:latin typeface="Arial Nova"/>
            </a:endParaRP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AB1B4956-5609-14E1-D465-F67D5F197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248" y="115791"/>
            <a:ext cx="5853410" cy="721415"/>
          </a:xfrm>
        </p:spPr>
        <p:txBody>
          <a:bodyPr/>
          <a:lstStyle/>
          <a:p>
            <a:r>
              <a:rPr lang="pt-BR"/>
              <a:t>CASE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36ED16F-5DA8-58F6-8BE5-71464A0CF133}"/>
              </a:ext>
            </a:extLst>
          </p:cNvPr>
          <p:cNvSpPr txBox="1"/>
          <p:nvPr/>
        </p:nvSpPr>
        <p:spPr>
          <a:xfrm>
            <a:off x="936686" y="3313925"/>
            <a:ext cx="7196585" cy="17524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Carro elétrico que pode levar até 2 passageiros;</a:t>
            </a:r>
            <a:r>
              <a:rPr lang="en-US" sz="950" dirty="0">
                <a:latin typeface="Arial Nova"/>
                <a:cs typeface="Segoe UI"/>
              </a:rPr>
              <a:t>​</a:t>
            </a:r>
            <a:endParaRPr lang="pt-BR"/>
          </a:p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O carro deve ser alugado via Smartphone e a identificação do veículo deverá ser por QR </a:t>
            </a:r>
            <a:r>
              <a:rPr lang="pt-BR" sz="950" dirty="0" err="1">
                <a:solidFill>
                  <a:srgbClr val="92A3AD"/>
                </a:solidFill>
                <a:latin typeface="Arial Nova"/>
                <a:cs typeface="Segoe UI"/>
              </a:rPr>
              <a:t>Code</a:t>
            </a: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;</a:t>
            </a:r>
            <a:r>
              <a:rPr lang="en-US" sz="950" dirty="0">
                <a:latin typeface="Arial Nova"/>
                <a:cs typeface="Segoe UI"/>
              </a:rPr>
              <a:t>​</a:t>
            </a:r>
          </a:p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O veículo deverá ter Geolocalização, do veículo (que o cliente pode localizar via aplicativo no Smartphone) e integrado ao </a:t>
            </a:r>
          </a:p>
          <a:p>
            <a:pPr algn="just" defTabSz="821531"/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     sistema de software central;</a:t>
            </a:r>
            <a:r>
              <a:rPr lang="en-US" sz="950" dirty="0">
                <a:latin typeface="Arial Nova"/>
                <a:cs typeface="Segoe UI"/>
              </a:rPr>
              <a:t>​</a:t>
            </a:r>
            <a:endParaRPr lang="en-US"/>
          </a:p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O sistema tem que utilizar </a:t>
            </a:r>
            <a:r>
              <a:rPr lang="pt-BR" sz="950" dirty="0" err="1">
                <a:solidFill>
                  <a:srgbClr val="92A3AD"/>
                </a:solidFill>
                <a:latin typeface="Arial Nova"/>
                <a:cs typeface="Segoe UI"/>
              </a:rPr>
              <a:t>IoT</a:t>
            </a: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;</a:t>
            </a:r>
            <a:r>
              <a:rPr lang="en-US" sz="950" dirty="0">
                <a:latin typeface="Arial Nova"/>
                <a:cs typeface="Segoe UI"/>
              </a:rPr>
              <a:t>​</a:t>
            </a:r>
          </a:p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A liberação do uso e travamento deverá ser por Smartphone;</a:t>
            </a:r>
            <a:r>
              <a:rPr lang="en-US" sz="950" dirty="0">
                <a:latin typeface="Arial Nova"/>
                <a:cs typeface="Segoe UI"/>
              </a:rPr>
              <a:t>​</a:t>
            </a:r>
          </a:p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O carro deverá avisar uma central quanto a bateria estiver acabando. A central por sua vez irá no local para trocar a bateria;</a:t>
            </a:r>
            <a:r>
              <a:rPr lang="en-US" sz="950" dirty="0">
                <a:latin typeface="Arial Nova"/>
                <a:cs typeface="Segoe UI"/>
              </a:rPr>
              <a:t>​</a:t>
            </a:r>
          </a:p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Elaborar um sistema rápido de troca e recarga das baterias;</a:t>
            </a:r>
            <a:r>
              <a:rPr lang="en-US" sz="950" dirty="0">
                <a:latin typeface="Arial Nova"/>
                <a:cs typeface="Segoe UI"/>
              </a:rPr>
              <a:t>​</a:t>
            </a:r>
          </a:p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O veículo pode ser alugado e entregue em qualquer local próximo do cliente (ou seja, muitos veículos espalhados pela cidade).</a:t>
            </a:r>
          </a:p>
          <a:p>
            <a:pPr marL="171450" indent="-171450" algn="just" defTabSz="821531">
              <a:buFont typeface="Wingdings"/>
              <a:buChar char="ü"/>
            </a:pPr>
            <a:r>
              <a:rPr lang="pt-BR" sz="950" dirty="0">
                <a:solidFill>
                  <a:srgbClr val="92A3AD"/>
                </a:solidFill>
                <a:latin typeface="Arial Nova"/>
                <a:cs typeface="Segoe UI"/>
              </a:rPr>
              <a:t>A localização, aluguel, destravamento deverá ser feito exclusivamente por um app da empresa de aluguel do veículo no Smartphone do cliente.</a:t>
            </a:r>
            <a:r>
              <a:rPr lang="en-US" sz="950" dirty="0">
                <a:latin typeface="Arial Nova"/>
                <a:cs typeface="Segoe UI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1491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6E67B-468B-9C8B-C709-D9E68006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CALENDÁRIO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6BB233-66E2-8B4F-6624-33C959C6E56A}"/>
              </a:ext>
            </a:extLst>
          </p:cNvPr>
          <p:cNvSpPr/>
          <p:nvPr/>
        </p:nvSpPr>
        <p:spPr>
          <a:xfrm>
            <a:off x="1381158" y="1431546"/>
            <a:ext cx="6381683" cy="2977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Do dia 31 de outubro ao dia 04 de novembro de 2022</a:t>
            </a:r>
          </a:p>
          <a:p>
            <a:pPr>
              <a:lnSpc>
                <a:spcPct val="200000"/>
              </a:lnSpc>
            </a:pP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 Dúvidas sobre as atividades via </a:t>
            </a:r>
            <a:r>
              <a:rPr lang="pt-BR" sz="1600" dirty="0" err="1">
                <a:solidFill>
                  <a:srgbClr val="92A3AD"/>
                </a:solidFill>
                <a:latin typeface="Gotham HTF Book" pitchFamily="50" charset="0"/>
              </a:rPr>
              <a:t>Teams</a:t>
            </a:r>
            <a:endParaRPr lang="pt-BR" sz="1600" dirty="0">
              <a:solidFill>
                <a:srgbClr val="92A3AD"/>
              </a:solidFill>
              <a:latin typeface="Gotham HTF Book" pitchFamily="50" charset="0"/>
            </a:endParaRPr>
          </a:p>
          <a:p>
            <a:pPr>
              <a:lnSpc>
                <a:spcPct val="200000"/>
              </a:lnSpc>
            </a:pPr>
            <a:endParaRPr lang="pt-BR" sz="1600" dirty="0">
              <a:solidFill>
                <a:srgbClr val="92A3AD"/>
              </a:solidFill>
              <a:latin typeface="Gotham HTF Book" pitchFamily="50" charset="0"/>
            </a:endParaRPr>
          </a:p>
          <a:p>
            <a:pPr>
              <a:lnSpc>
                <a:spcPct val="200000"/>
              </a:lnSpc>
            </a:pPr>
            <a:r>
              <a:rPr lang="pt-BR" sz="1600" dirty="0">
                <a:solidFill>
                  <a:srgbClr val="ED1C5A"/>
                </a:solidFill>
                <a:latin typeface="Gotham HTF Book" pitchFamily="50" charset="0"/>
              </a:rPr>
              <a:t>Do dia 07 de novembro ao dia 11 de novembro de 2022</a:t>
            </a:r>
          </a:p>
          <a:p>
            <a:pPr>
              <a:lnSpc>
                <a:spcPct val="200000"/>
              </a:lnSpc>
            </a:pPr>
            <a:r>
              <a:rPr lang="pt-BR" sz="1600" dirty="0">
                <a:solidFill>
                  <a:srgbClr val="92A3AD"/>
                </a:solidFill>
                <a:latin typeface="Gotham HTF Book" pitchFamily="50" charset="0"/>
              </a:rPr>
              <a:t>Entrega das atividades no dia da disciplina do professor em Entrega de Trabalho no Portal do Aluno</a:t>
            </a:r>
          </a:p>
        </p:txBody>
      </p:sp>
    </p:spTree>
    <p:extLst>
      <p:ext uri="{BB962C8B-B14F-4D97-AF65-F5344CB8AC3E}">
        <p14:creationId xmlns:p14="http://schemas.microsoft.com/office/powerpoint/2010/main" val="85706250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DDD29-2E52-4E7E-8953-F53E27D2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726" y="1189798"/>
            <a:ext cx="5518547" cy="1741289"/>
          </a:xfrm>
        </p:spPr>
        <p:txBody>
          <a:bodyPr/>
          <a:lstStyle/>
          <a:p>
            <a:r>
              <a:rPr lang="pt-BR"/>
              <a:t>OS ENTREGÁVEIS</a:t>
            </a:r>
          </a:p>
        </p:txBody>
      </p:sp>
    </p:spTree>
    <p:extLst>
      <p:ext uri="{BB962C8B-B14F-4D97-AF65-F5344CB8AC3E}">
        <p14:creationId xmlns:p14="http://schemas.microsoft.com/office/powerpoint/2010/main" val="373402133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8F63AFE-172A-4057-848A-02D55C527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  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279DD2A-01E2-4C8A-8955-3A412274D9C1}"/>
              </a:ext>
            </a:extLst>
          </p:cNvPr>
          <p:cNvSpPr/>
          <p:nvPr/>
        </p:nvSpPr>
        <p:spPr>
          <a:xfrm>
            <a:off x="1381158" y="1968874"/>
            <a:ext cx="6381683" cy="1500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600">
                <a:solidFill>
                  <a:srgbClr val="92A3AD"/>
                </a:solidFill>
                <a:latin typeface="Gotham HTF Book" pitchFamily="50" charset="0"/>
              </a:rPr>
              <a:t>Cada professor </a:t>
            </a:r>
            <a:r>
              <a:rPr lang="pt-BR" sz="1600">
                <a:solidFill>
                  <a:srgbClr val="ED1C5A"/>
                </a:solidFill>
                <a:latin typeface="Gotham HTF Book" pitchFamily="50" charset="0"/>
              </a:rPr>
              <a:t>demandará uma atividade/tarefa específica</a:t>
            </a:r>
            <a:r>
              <a:rPr lang="pt-BR" sz="1600">
                <a:solidFill>
                  <a:srgbClr val="92A3AD"/>
                </a:solidFill>
                <a:latin typeface="Gotham HTF Book" pitchFamily="50" charset="0"/>
              </a:rPr>
              <a:t>, a qual ele utilizará para dar a nota de GS/PS. A entrega dessas atividades será diretamente para o professor da disciplina.</a:t>
            </a:r>
          </a:p>
        </p:txBody>
      </p:sp>
    </p:spTree>
    <p:extLst>
      <p:ext uri="{BB962C8B-B14F-4D97-AF65-F5344CB8AC3E}">
        <p14:creationId xmlns:p14="http://schemas.microsoft.com/office/powerpoint/2010/main" val="85199810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DISCIPLINA 01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72F854-B1D3-46E1-AE2C-F95B17D5ED82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FB20A1F-131D-DA6C-F735-ACE23A173518}"/>
              </a:ext>
            </a:extLst>
          </p:cNvPr>
          <p:cNvSpPr/>
          <p:nvPr/>
        </p:nvSpPr>
        <p:spPr>
          <a:xfrm>
            <a:off x="1398681" y="1386810"/>
            <a:ext cx="623193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 pitchFamily="50" charset="0"/>
              </a:rPr>
              <a:t>Indústria 4.0</a:t>
            </a:r>
          </a:p>
          <a:p>
            <a:pPr algn="just"/>
            <a:endParaRPr lang="pt-BR" sz="2000" dirty="0">
              <a:solidFill>
                <a:srgbClr val="ED1C5A"/>
              </a:solidFill>
              <a:latin typeface="Gotham HTF Book" pitchFamily="50" charset="0"/>
            </a:endParaRPr>
          </a:p>
          <a:p>
            <a:pPr algn="just"/>
            <a:r>
              <a:rPr lang="pt-BR" sz="1800" dirty="0">
                <a:solidFill>
                  <a:srgbClr val="92A3AD"/>
                </a:solidFill>
                <a:latin typeface="Gotham HTF Book"/>
              </a:rPr>
              <a:t>Cada grupo precisa justificar e contextualizar o projeto de aluguel de carros elétricos usando os 9 pilares da Indústria 4.0. O grupo deve considerar o carro já pronto e fabricado e entrelaçar os 9 pilares somente sobre e elaboração do sistema de aluguel.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22866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DISCIPLINA 02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4EC161E-CF9B-4557-89E2-A97E0B40C130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324E624-9912-4041-A9D0-33D6F6427837}"/>
              </a:ext>
            </a:extLst>
          </p:cNvPr>
          <p:cNvSpPr/>
          <p:nvPr/>
        </p:nvSpPr>
        <p:spPr>
          <a:xfrm>
            <a:off x="1398681" y="1386810"/>
            <a:ext cx="6231939" cy="20928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 err="1">
                <a:solidFill>
                  <a:srgbClr val="ED1C5A"/>
                </a:solidFill>
                <a:latin typeface="Gotham HTF Book"/>
              </a:rPr>
              <a:t>Computational</a:t>
            </a:r>
            <a:r>
              <a:rPr lang="pt-BR" sz="2000" dirty="0">
                <a:solidFill>
                  <a:srgbClr val="ED1C5A"/>
                </a:solidFill>
                <a:latin typeface="Gotham HTF Book"/>
              </a:rPr>
              <a:t> </a:t>
            </a:r>
            <a:r>
              <a:rPr lang="pt-BR" sz="2000" dirty="0" err="1">
                <a:solidFill>
                  <a:srgbClr val="ED1C5A"/>
                </a:solidFill>
                <a:latin typeface="Gotham HTF Book"/>
              </a:rPr>
              <a:t>Thinking</a:t>
            </a:r>
            <a:r>
              <a:rPr lang="pt-BR" sz="2000" dirty="0">
                <a:solidFill>
                  <a:srgbClr val="ED1C5A"/>
                </a:solidFill>
                <a:latin typeface="Gotham HTF Book"/>
              </a:rPr>
              <a:t> for </a:t>
            </a:r>
            <a:r>
              <a:rPr lang="pt-BR" sz="2000" dirty="0" err="1">
                <a:solidFill>
                  <a:srgbClr val="ED1C5A"/>
                </a:solidFill>
                <a:latin typeface="Gotham HTF Book"/>
              </a:rPr>
              <a:t>Engineering</a:t>
            </a:r>
            <a:endParaRPr lang="pt-BR" sz="2000" dirty="0">
              <a:solidFill>
                <a:srgbClr val="ED1C5A"/>
              </a:solidFill>
              <a:latin typeface="Gotham HTF Book"/>
            </a:endParaRPr>
          </a:p>
          <a:p>
            <a:pPr algn="just"/>
            <a:endParaRPr lang="pt-BR" sz="2000" dirty="0">
              <a:solidFill>
                <a:srgbClr val="92A3AD"/>
              </a:solidFill>
              <a:latin typeface="Gotham HTF Book" pitchFamily="50" charset="0"/>
            </a:endParaRPr>
          </a:p>
          <a:p>
            <a:pPr algn="just"/>
            <a:r>
              <a:rPr lang="pt-BR" sz="1800" dirty="0">
                <a:solidFill>
                  <a:srgbClr val="92A3AD"/>
                </a:solidFill>
                <a:latin typeface="Gotham HTF Book"/>
              </a:rPr>
              <a:t>Você acabou de ser contratado por uma nova empresa, que iniciará suas operações no ramo de aluguel de carros elétricos. A sua tarefa é desenvolver um sistema de aluguel de carros elétricos, levando em consideração o tempo que utilizará carro e seu modelo.</a:t>
            </a:r>
          </a:p>
        </p:txBody>
      </p:sp>
    </p:spTree>
    <p:extLst>
      <p:ext uri="{BB962C8B-B14F-4D97-AF65-F5344CB8AC3E}">
        <p14:creationId xmlns:p14="http://schemas.microsoft.com/office/powerpoint/2010/main" val="15967869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DISCIPLINA 03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D28D43-59EB-41A1-8289-D830E87F82B8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CC84101-2E48-4786-A730-8D00418059A2}"/>
              </a:ext>
            </a:extLst>
          </p:cNvPr>
          <p:cNvSpPr/>
          <p:nvPr/>
        </p:nvSpPr>
        <p:spPr>
          <a:xfrm>
            <a:off x="1398681" y="1386810"/>
            <a:ext cx="6231939" cy="153888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Resolução Diferenciada de Problemas</a:t>
            </a:r>
          </a:p>
          <a:p>
            <a:pPr algn="just"/>
            <a:endParaRPr lang="pt-BR" sz="2000" dirty="0">
              <a:solidFill>
                <a:srgbClr val="ED1C5A"/>
              </a:solidFill>
              <a:latin typeface="Gotham HTF Book" pitchFamily="50" charset="0"/>
            </a:endParaRPr>
          </a:p>
          <a:p>
            <a:pPr algn="just"/>
            <a:r>
              <a:rPr lang="pt-BR" sz="1800" dirty="0">
                <a:solidFill>
                  <a:srgbClr val="92A3AD"/>
                </a:solidFill>
                <a:latin typeface="Gotham HTF Book"/>
              </a:rPr>
              <a:t>Utilização dos conceitos de derivação e integração para projeção e otimização do consumo de eletricidade em veículos elétricos e seus impactos na mobilidade urbana.</a:t>
            </a:r>
            <a:endParaRPr lang="pt-BR" sz="1800" dirty="0">
              <a:solidFill>
                <a:srgbClr val="92A3AD"/>
              </a:solidFill>
              <a:latin typeface="Gotham HTF Boo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22253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DISCIPLINA 04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ED759F2-B431-47AB-A872-9BD285BF11BB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6EA0EC1-6376-4C6D-B525-13F9D273A9F3}"/>
              </a:ext>
            </a:extLst>
          </p:cNvPr>
          <p:cNvSpPr/>
          <p:nvPr/>
        </p:nvSpPr>
        <p:spPr>
          <a:xfrm>
            <a:off x="1398681" y="1386810"/>
            <a:ext cx="6231939" cy="12618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 pitchFamily="50" charset="0"/>
              </a:rPr>
              <a:t>Computer </a:t>
            </a:r>
            <a:r>
              <a:rPr lang="pt-BR" sz="2000" dirty="0" err="1">
                <a:solidFill>
                  <a:srgbClr val="ED1C5A"/>
                </a:solidFill>
                <a:latin typeface="Gotham HTF Book" pitchFamily="50" charset="0"/>
              </a:rPr>
              <a:t>Aided</a:t>
            </a:r>
            <a:r>
              <a:rPr lang="pt-BR" sz="2000" dirty="0">
                <a:solidFill>
                  <a:srgbClr val="ED1C5A"/>
                </a:solidFill>
                <a:latin typeface="Gotham HTF Book" pitchFamily="50" charset="0"/>
              </a:rPr>
              <a:t> Design</a:t>
            </a:r>
          </a:p>
          <a:p>
            <a:pPr algn="just"/>
            <a:endParaRPr lang="pt-BR" sz="2000" dirty="0">
              <a:solidFill>
                <a:srgbClr val="ED1C5A"/>
              </a:solidFill>
              <a:latin typeface="Gotham HTF Book" pitchFamily="50" charset="0"/>
            </a:endParaRPr>
          </a:p>
          <a:p>
            <a:pPr algn="just"/>
            <a:r>
              <a:rPr lang="pt-BR" sz="1800" dirty="0">
                <a:solidFill>
                  <a:srgbClr val="92A3AD"/>
                </a:solidFill>
                <a:latin typeface="Gotham HTF Book"/>
              </a:rPr>
              <a:t>Modelagem 3D do carro apresentando carroceria, chassis e sistema de tracionamento das rodas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643849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DISCIPLINA 05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FD0D007-BAFC-4E1E-87C6-F5FEB9C754A7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A981A95-1ED9-2A90-1C48-9F0CCAD2007E}"/>
              </a:ext>
            </a:extLst>
          </p:cNvPr>
          <p:cNvSpPr/>
          <p:nvPr/>
        </p:nvSpPr>
        <p:spPr>
          <a:xfrm>
            <a:off x="1398681" y="1386810"/>
            <a:ext cx="6231939" cy="104644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 pitchFamily="50" charset="0"/>
              </a:rPr>
              <a:t>Energia, Cinemática, Forças e Ondas</a:t>
            </a:r>
          </a:p>
          <a:p>
            <a:pPr algn="just"/>
            <a:endParaRPr lang="pt-BR" sz="1400" dirty="0">
              <a:solidFill>
                <a:srgbClr val="92A3AD"/>
              </a:solidFill>
              <a:latin typeface="Gotham HTF Book" pitchFamily="50" charset="0"/>
            </a:endParaRPr>
          </a:p>
          <a:p>
            <a:pPr algn="just"/>
            <a:r>
              <a:rPr lang="pt-BR" sz="1400" dirty="0">
                <a:solidFill>
                  <a:srgbClr val="92A3AD"/>
                </a:solidFill>
                <a:latin typeface="Gotham HTF Book"/>
              </a:rPr>
              <a:t>Estudar os parâmetros que influenciam a frenagem de um automóvel e propor sistemas de testes para avaliar e eficiência do sistema de freios de um automóvel.</a:t>
            </a:r>
          </a:p>
        </p:txBody>
      </p:sp>
    </p:spTree>
    <p:extLst>
      <p:ext uri="{BB962C8B-B14F-4D97-AF65-F5344CB8AC3E}">
        <p14:creationId xmlns:p14="http://schemas.microsoft.com/office/powerpoint/2010/main" val="140384837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DISCIPLINA 06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E8CDB94-527F-4031-BD4B-8220FFCC7E49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7433CED-FC6C-8E2B-D5A9-B59C6A677022}"/>
              </a:ext>
            </a:extLst>
          </p:cNvPr>
          <p:cNvSpPr/>
          <p:nvPr/>
        </p:nvSpPr>
        <p:spPr>
          <a:xfrm>
            <a:off x="1398681" y="1386810"/>
            <a:ext cx="6231939" cy="20928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Digital </a:t>
            </a:r>
            <a:r>
              <a:rPr lang="pt-BR" sz="2000" dirty="0" err="1">
                <a:solidFill>
                  <a:srgbClr val="ED1C5A"/>
                </a:solidFill>
                <a:latin typeface="Gotham HTF Book"/>
              </a:rPr>
              <a:t>Circuits</a:t>
            </a:r>
            <a:r>
              <a:rPr lang="pt-BR" sz="2000" dirty="0">
                <a:solidFill>
                  <a:srgbClr val="ED1C5A"/>
                </a:solidFill>
                <a:latin typeface="Gotham HTF Book"/>
              </a:rPr>
              <a:t> &amp; </a:t>
            </a:r>
            <a:r>
              <a:rPr lang="pt-BR" sz="2000" dirty="0" err="1">
                <a:solidFill>
                  <a:srgbClr val="ED1C5A"/>
                </a:solidFill>
                <a:latin typeface="Gotham HTF Book"/>
              </a:rPr>
              <a:t>Logic</a:t>
            </a:r>
            <a:endParaRPr lang="pt-BR" sz="2000" dirty="0">
              <a:solidFill>
                <a:srgbClr val="ED1C5A"/>
              </a:solidFill>
              <a:latin typeface="Gotham HTF Book"/>
            </a:endParaRPr>
          </a:p>
          <a:p>
            <a:pPr algn="just"/>
            <a:endParaRPr lang="pt-BR" sz="2000" dirty="0">
              <a:solidFill>
                <a:srgbClr val="ED1C5A"/>
              </a:solidFill>
              <a:latin typeface="Gotham HTF Book" pitchFamily="50" charset="0"/>
            </a:endParaRPr>
          </a:p>
          <a:p>
            <a:pPr algn="just"/>
            <a:r>
              <a:rPr lang="pt-BR" sz="1800" dirty="0">
                <a:solidFill>
                  <a:srgbClr val="92A3AD"/>
                </a:solidFill>
                <a:latin typeface="Gotham HTF Book"/>
              </a:rPr>
              <a:t>Para projetar o controle de velocidade de um veículo autônomo, é necessário a implementação de alarmes de velocidade e da potência da bateria a fim de monitorar o estado do veículo. O grupo deverá propor um circuito digital para realizar a </a:t>
            </a:r>
            <a:r>
              <a:rPr lang="pt-BR" sz="1800">
                <a:solidFill>
                  <a:srgbClr val="92A3AD"/>
                </a:solidFill>
                <a:latin typeface="Gotham HTF Book"/>
              </a:rPr>
              <a:t>prototipagem do mesmo. </a:t>
            </a:r>
          </a:p>
        </p:txBody>
      </p:sp>
    </p:spTree>
    <p:extLst>
      <p:ext uri="{BB962C8B-B14F-4D97-AF65-F5344CB8AC3E}">
        <p14:creationId xmlns:p14="http://schemas.microsoft.com/office/powerpoint/2010/main" val="238351710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DISCIPLINA 07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767497-CE18-4141-8704-6B7623D8A8AB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FA012FF-F392-153A-3470-C7FBC44E1213}"/>
              </a:ext>
            </a:extLst>
          </p:cNvPr>
          <p:cNvSpPr/>
          <p:nvPr/>
        </p:nvSpPr>
        <p:spPr>
          <a:xfrm>
            <a:off x="1398681" y="1386810"/>
            <a:ext cx="623193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>
                <a:solidFill>
                  <a:srgbClr val="ED1C5A"/>
                </a:solidFill>
                <a:latin typeface="Gotham HTF Book"/>
              </a:rPr>
              <a:t>Arquitetura e Organização de Computadores</a:t>
            </a:r>
          </a:p>
          <a:p>
            <a:pPr algn="just"/>
            <a:endParaRPr lang="pt-BR" sz="2000" dirty="0">
              <a:solidFill>
                <a:srgbClr val="ED1C5A"/>
              </a:solidFill>
              <a:latin typeface="Gotham HTF Book" pitchFamily="50" charset="0"/>
            </a:endParaRPr>
          </a:p>
          <a:p>
            <a:pPr algn="just"/>
            <a:r>
              <a:rPr lang="pt-BR" sz="1800" dirty="0">
                <a:solidFill>
                  <a:srgbClr val="92A3AD"/>
                </a:solidFill>
                <a:latin typeface="Gotham HTF Book"/>
              </a:rPr>
              <a:t>Desenvolver a proposta de um sistema de </a:t>
            </a:r>
            <a:r>
              <a:rPr lang="pt-BR" sz="1800" dirty="0" err="1">
                <a:solidFill>
                  <a:srgbClr val="92A3AD"/>
                </a:solidFill>
                <a:latin typeface="Gotham HTF Book"/>
              </a:rPr>
              <a:t>IoT</a:t>
            </a:r>
            <a:r>
              <a:rPr lang="pt-BR" sz="1800" dirty="0">
                <a:solidFill>
                  <a:srgbClr val="92A3AD"/>
                </a:solidFill>
                <a:latin typeface="Gotham HTF Book"/>
              </a:rPr>
              <a:t> para o aluguel do carro. O sistema deverá ser semelhante ao do aluguel de patinetes, apresentado em aula. Apresente um diagrama de blocos relacionando os componentes (vide aula de </a:t>
            </a:r>
            <a:r>
              <a:rPr lang="pt-BR" sz="1800" dirty="0" err="1">
                <a:solidFill>
                  <a:srgbClr val="92A3AD"/>
                </a:solidFill>
                <a:latin typeface="Gotham HTF Book"/>
              </a:rPr>
              <a:t>IoT</a:t>
            </a:r>
            <a:r>
              <a:rPr lang="pt-BR" sz="1800" dirty="0">
                <a:solidFill>
                  <a:srgbClr val="92A3AD"/>
                </a:solidFill>
                <a:latin typeface="Gotham HTF 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4822963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7B0E5D9-FF86-4348-B68F-AB04A1A83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DISCIPLINA 08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767497-CE18-4141-8704-6B7623D8A8AB}"/>
              </a:ext>
            </a:extLst>
          </p:cNvPr>
          <p:cNvSpPr/>
          <p:nvPr/>
        </p:nvSpPr>
        <p:spPr>
          <a:xfrm>
            <a:off x="1487892" y="4523749"/>
            <a:ext cx="63816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>
                <a:solidFill>
                  <a:srgbClr val="92A3AD"/>
                </a:solidFill>
                <a:latin typeface="Gotham HTF Book" pitchFamily="50" charset="0"/>
              </a:rPr>
              <a:t>Para mais informações, verifique no portal do aluno, na disciplina do professor ou diretamente com ele</a:t>
            </a:r>
            <a:endParaRPr lang="pt-BR" sz="1100">
              <a:solidFill>
                <a:srgbClr val="92A3AD"/>
              </a:solidFill>
              <a:latin typeface="Gotham HTF Book" pitchFamily="50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FA012FF-F392-153A-3470-C7FBC44E1213}"/>
              </a:ext>
            </a:extLst>
          </p:cNvPr>
          <p:cNvSpPr/>
          <p:nvPr/>
        </p:nvSpPr>
        <p:spPr>
          <a:xfrm>
            <a:off x="1398681" y="1386810"/>
            <a:ext cx="6231939" cy="20928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pt-BR" sz="2000" dirty="0" err="1">
                <a:solidFill>
                  <a:srgbClr val="ED1C5A"/>
                </a:solidFill>
                <a:latin typeface="Gotham HTF Book"/>
              </a:rPr>
              <a:t>Electrical</a:t>
            </a:r>
            <a:r>
              <a:rPr lang="pt-BR" sz="2000" dirty="0">
                <a:solidFill>
                  <a:srgbClr val="ED1C5A"/>
                </a:solidFill>
                <a:latin typeface="Gotham HTF Book"/>
              </a:rPr>
              <a:t> </a:t>
            </a:r>
            <a:r>
              <a:rPr lang="pt-BR" sz="2000" dirty="0" err="1">
                <a:solidFill>
                  <a:srgbClr val="ED1C5A"/>
                </a:solidFill>
                <a:latin typeface="Gotham HTF Book"/>
              </a:rPr>
              <a:t>Engineering</a:t>
            </a:r>
            <a:r>
              <a:rPr lang="pt-BR" sz="2000" dirty="0">
                <a:solidFill>
                  <a:srgbClr val="ED1C5A"/>
                </a:solidFill>
                <a:latin typeface="Gotham HTF Book"/>
              </a:rPr>
              <a:t> </a:t>
            </a:r>
            <a:r>
              <a:rPr lang="pt-BR" sz="2000" dirty="0" err="1">
                <a:solidFill>
                  <a:srgbClr val="ED1C5A"/>
                </a:solidFill>
                <a:latin typeface="Gotham HTF Book"/>
              </a:rPr>
              <a:t>Lab</a:t>
            </a:r>
            <a:r>
              <a:rPr lang="pt-BR" sz="2000" dirty="0">
                <a:solidFill>
                  <a:srgbClr val="ED1C5A"/>
                </a:solidFill>
                <a:latin typeface="Gotham HTF Book"/>
              </a:rPr>
              <a:t> Skills</a:t>
            </a:r>
          </a:p>
          <a:p>
            <a:pPr algn="just"/>
            <a:endParaRPr lang="pt-BR" sz="2000" dirty="0">
              <a:solidFill>
                <a:srgbClr val="ED1C5A"/>
              </a:solidFill>
              <a:latin typeface="Gotham HTF Book" pitchFamily="50" charset="0"/>
            </a:endParaRPr>
          </a:p>
          <a:p>
            <a:pPr algn="just"/>
            <a:r>
              <a:rPr lang="pt-BR" sz="1800" dirty="0">
                <a:solidFill>
                  <a:srgbClr val="92A3AD"/>
                </a:solidFill>
                <a:ea typeface="+mn-lt"/>
                <a:cs typeface="+mn-lt"/>
              </a:rPr>
              <a:t>Fazer o levantamento de todos os componentes a serem utilizados na proposta apresentada na disciplina Arquitetura e Organização de Computadores. Todos os componentes deverem ser descritos (modelo,  características técnicas e justificativa do seu uso).</a:t>
            </a:r>
            <a:endParaRPr lang="pt-BR" sz="1800" dirty="0">
              <a:solidFill>
                <a:srgbClr val="92A3AD"/>
              </a:solidFill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2255079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F7E262B-6765-D44E-A4AE-469FC12FA27F}"/>
              </a:ext>
            </a:extLst>
          </p:cNvPr>
          <p:cNvGrpSpPr/>
          <p:nvPr/>
        </p:nvGrpSpPr>
        <p:grpSpPr>
          <a:xfrm>
            <a:off x="206087" y="237648"/>
            <a:ext cx="8742460" cy="4697041"/>
            <a:chOff x="206087" y="237647"/>
            <a:chExt cx="8742460" cy="4697041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2BC1A292-2A87-9F40-8C10-1BE74FB7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206087" y="237647"/>
              <a:ext cx="2490655" cy="2180268"/>
            </a:xfrm>
            <a:prstGeom prst="rect">
              <a:avLst/>
            </a:prstGeom>
          </p:spPr>
        </p:pic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EF552EE8-CA87-B143-B02B-B8C02542E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21427" y="2983676"/>
              <a:ext cx="1327120" cy="1951012"/>
            </a:xfrm>
            <a:prstGeom prst="rect">
              <a:avLst/>
            </a:prstGeom>
          </p:spPr>
        </p:pic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52BEE7A6-D658-D245-8B94-2593C6D5EBE6}"/>
              </a:ext>
            </a:extLst>
          </p:cNvPr>
          <p:cNvSpPr txBox="1"/>
          <p:nvPr/>
        </p:nvSpPr>
        <p:spPr>
          <a:xfrm>
            <a:off x="1149767" y="1703430"/>
            <a:ext cx="6844466" cy="1454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>
              <a:lnSpc>
                <a:spcPct val="140000"/>
              </a:lnSpc>
              <a:spcAft>
                <a:spcPts val="1200"/>
              </a:spcAft>
            </a:pPr>
            <a:r>
              <a:rPr lang="pt-BR" sz="1600">
                <a:solidFill>
                  <a:srgbClr val="91A3AD"/>
                </a:solidFill>
                <a:latin typeface="Gotham HTF Book"/>
                <a:cs typeface="Gotham HTF Book"/>
              </a:rPr>
              <a:t>ACREDITAMOS NO </a:t>
            </a:r>
            <a:r>
              <a:rPr lang="pt-BR" sz="1600">
                <a:solidFill>
                  <a:srgbClr val="ED1C5A"/>
                </a:solidFill>
                <a:latin typeface="Gotham HTF Book"/>
                <a:cs typeface="Gotham HTF Book"/>
              </a:rPr>
              <a:t>PODER TRANSFORMADOR </a:t>
            </a:r>
            <a:br>
              <a:rPr lang="pt-BR" sz="1600">
                <a:solidFill>
                  <a:srgbClr val="ED1C5A"/>
                </a:solidFill>
                <a:latin typeface="Gotham HTF Book"/>
                <a:cs typeface="Gotham HTF Book"/>
              </a:rPr>
            </a:br>
            <a:r>
              <a:rPr lang="pt-BR" sz="1600">
                <a:solidFill>
                  <a:srgbClr val="ED1C5A"/>
                </a:solidFill>
                <a:latin typeface="Gotham HTF Book"/>
                <a:cs typeface="Gotham HTF Book"/>
              </a:rPr>
              <a:t>DA TECNOLOGIA</a:t>
            </a:r>
            <a:r>
              <a:rPr lang="pt-BR" sz="1600">
                <a:solidFill>
                  <a:srgbClr val="91A3AD"/>
                </a:solidFill>
                <a:latin typeface="Gotham HTF Book"/>
                <a:cs typeface="Gotham HTF Book"/>
              </a:rPr>
              <a:t>. UM PODER QUE, ALIADO </a:t>
            </a:r>
            <a:br>
              <a:rPr lang="pt-BR" sz="1600">
                <a:solidFill>
                  <a:srgbClr val="91A3AD"/>
                </a:solidFill>
                <a:latin typeface="Gotham HTF Book"/>
                <a:cs typeface="Gotham HTF Book"/>
              </a:rPr>
            </a:br>
            <a:r>
              <a:rPr lang="pt-BR" sz="1600">
                <a:solidFill>
                  <a:srgbClr val="91A3AD"/>
                </a:solidFill>
                <a:latin typeface="Gotham HTF Book"/>
                <a:cs typeface="Gotham HTF Book"/>
              </a:rPr>
              <a:t>À CRIATIVIDADE, INVENTA, MUDA, INQUIETA E </a:t>
            </a:r>
            <a:br>
              <a:rPr lang="pt-BR" sz="1600">
                <a:solidFill>
                  <a:srgbClr val="91A3AD"/>
                </a:solidFill>
                <a:latin typeface="Gotham HTF Book"/>
                <a:cs typeface="Gotham HTF Book"/>
              </a:rPr>
            </a:br>
            <a:r>
              <a:rPr lang="pt-BR" sz="1600">
                <a:solidFill>
                  <a:srgbClr val="ED1C5A"/>
                </a:solidFill>
                <a:latin typeface="Gotham HTF Book"/>
                <a:cs typeface="Gotham HTF Book"/>
              </a:rPr>
              <a:t>BUSCA SOLUÇÕES </a:t>
            </a:r>
            <a:r>
              <a:rPr lang="pt-BR" sz="1600">
                <a:solidFill>
                  <a:srgbClr val="91A3AD"/>
                </a:solidFill>
                <a:latin typeface="Gotham HTF Book"/>
                <a:cs typeface="Gotham HTF Book"/>
              </a:rPr>
              <a:t>NUNCA ANTES PENSADAS.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" y="2"/>
            <a:ext cx="9135541" cy="5143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76" y="209004"/>
            <a:ext cx="8691450" cy="4704328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568" y="2177862"/>
            <a:ext cx="2910865" cy="78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99248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C87E52000D43248A94C18BF0B36B1D8" ma:contentTypeVersion="2" ma:contentTypeDescription="Crie um novo documento." ma:contentTypeScope="" ma:versionID="2ad4ef7db2006da4bd812b73442d9f01">
  <xsd:schema xmlns:xsd="http://www.w3.org/2001/XMLSchema" xmlns:xs="http://www.w3.org/2001/XMLSchema" xmlns:p="http://schemas.microsoft.com/office/2006/metadata/properties" xmlns:ns2="273e3910-5cc7-4656-b525-a71580039df0" targetNamespace="http://schemas.microsoft.com/office/2006/metadata/properties" ma:root="true" ma:fieldsID="c09b01df3fcea61820a2d1121af1cbff" ns2:_="">
    <xsd:import namespace="273e3910-5cc7-4656-b525-a71580039d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3e3910-5cc7-4656-b525-a71580039d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75C516-5059-417A-A34E-8EDCBDADD98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73e3910-5cc7-4656-b525-a71580039df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9010F9-94D8-4471-8E8A-A2BC58C57D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ED91CC-834F-478D-9EE7-23F1F39AB974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346</Words>
  <Application>Microsoft Office PowerPoint</Application>
  <PresentationFormat>Apresentação na tela (16:9)</PresentationFormat>
  <Paragraphs>61</Paragraphs>
  <Slides>17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White</vt:lpstr>
      <vt:lpstr>Apresentação do PowerPoint</vt:lpstr>
      <vt:lpstr>Apresentação do PowerPoint</vt:lpstr>
      <vt:lpstr>AGENDA</vt:lpstr>
      <vt:lpstr>CASE</vt:lpstr>
      <vt:lpstr>CALENDÁRIO</vt:lpstr>
      <vt:lpstr>OS ENTREGÁVEIS</vt:lpstr>
      <vt:lpstr>   </vt:lpstr>
      <vt:lpstr>DISCIPLINA 01</vt:lpstr>
      <vt:lpstr>DISCIPLINA 02</vt:lpstr>
      <vt:lpstr>DISCIPLINA 03</vt:lpstr>
      <vt:lpstr>DISCIPLINA 04</vt:lpstr>
      <vt:lpstr>DISCIPLINA 05</vt:lpstr>
      <vt:lpstr>DISCIPLINA 06</vt:lpstr>
      <vt:lpstr>DISCIPLINA 07</vt:lpstr>
      <vt:lpstr>DISCIPLINA 08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Michele Bazana de Souza</cp:lastModifiedBy>
  <cp:revision>244</cp:revision>
  <dcterms:modified xsi:type="dcterms:W3CDTF">2022-10-28T12:38:17Z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0x010100EC87E52000D43248A94C18BF0B36B1D8</vt:lpwstr>
  </property>
</Properties>
</file>